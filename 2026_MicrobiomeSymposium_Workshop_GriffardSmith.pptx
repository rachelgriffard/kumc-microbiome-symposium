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63" r:id="rId4"/>
    <p:sldId id="266" r:id="rId5"/>
    <p:sldId id="267" r:id="rId6"/>
    <p:sldId id="269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58" r:id="rId23"/>
    <p:sldId id="259" r:id="rId24"/>
    <p:sldId id="260" r:id="rId25"/>
    <p:sldId id="261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A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51A23-69F7-4276-9C4E-1C39267A0DB3}" v="258" dt="2026-05-01T14:00:31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850" autoAdjust="0"/>
  </p:normalViewPr>
  <p:slideViewPr>
    <p:cSldViewPr snapToGrid="0">
      <p:cViewPr varScale="1">
        <p:scale>
          <a:sx n="111" d="100"/>
          <a:sy n="111" d="100"/>
        </p:scale>
        <p:origin x="10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 Griffard-Smith" userId="c36e1055-fdee-46b2-8870-af01b62a6eb2" providerId="ADAL" clId="{E4E0E1B9-53F3-4339-9CC5-E88BE3E55082}"/>
    <pc:docChg chg="undo custSel addSld delSld modSld sldOrd addMainMaster delMainMaster modMainMaster">
      <pc:chgData name="Rachel Griffard-Smith" userId="c36e1055-fdee-46b2-8870-af01b62a6eb2" providerId="ADAL" clId="{E4E0E1B9-53F3-4339-9CC5-E88BE3E55082}" dt="2026-05-04T16:23:31.420" v="4905" actId="478"/>
      <pc:docMkLst>
        <pc:docMk/>
      </pc:docMkLst>
      <pc:sldChg chg="addSp modSp mod setBg">
        <pc:chgData name="Rachel Griffard-Smith" userId="c36e1055-fdee-46b2-8870-af01b62a6eb2" providerId="ADAL" clId="{E4E0E1B9-53F3-4339-9CC5-E88BE3E55082}" dt="2026-05-01T13:33:08.902" v="4760"/>
        <pc:sldMkLst>
          <pc:docMk/>
          <pc:sldMk cId="997103002" sldId="256"/>
        </pc:sldMkLst>
        <pc:spChg chg="mod">
          <ac:chgData name="Rachel Griffard-Smith" userId="c36e1055-fdee-46b2-8870-af01b62a6eb2" providerId="ADAL" clId="{E4E0E1B9-53F3-4339-9CC5-E88BE3E55082}" dt="2026-04-29T18:57:42.880" v="4163" actId="20577"/>
          <ac:spMkLst>
            <pc:docMk/>
            <pc:sldMk cId="997103002" sldId="256"/>
            <ac:spMk id="2" creationId="{1A193DD2-4E60-BB28-6D11-9383F03D700D}"/>
          </ac:spMkLst>
        </pc:spChg>
        <pc:spChg chg="mod">
          <ac:chgData name="Rachel Griffard-Smith" userId="c36e1055-fdee-46b2-8870-af01b62a6eb2" providerId="ADAL" clId="{E4E0E1B9-53F3-4339-9CC5-E88BE3E55082}" dt="2026-04-27T15:19:00.982" v="68" actId="27636"/>
          <ac:spMkLst>
            <pc:docMk/>
            <pc:sldMk cId="997103002" sldId="256"/>
            <ac:spMk id="3" creationId="{43B34AC2-43E9-B4F4-24D3-14F7278AD906}"/>
          </ac:spMkLst>
        </pc:spChg>
        <pc:picChg chg="add mod ord">
          <ac:chgData name="Rachel Griffard-Smith" userId="c36e1055-fdee-46b2-8870-af01b62a6eb2" providerId="ADAL" clId="{E4E0E1B9-53F3-4339-9CC5-E88BE3E55082}" dt="2026-05-01T13:31:05.893" v="4734" actId="167"/>
          <ac:picMkLst>
            <pc:docMk/>
            <pc:sldMk cId="997103002" sldId="256"/>
            <ac:picMk id="4" creationId="{13180E4C-67F4-5FF5-0B74-CC16553E0594}"/>
          </ac:picMkLst>
        </pc:picChg>
      </pc:sldChg>
      <pc:sldChg chg="addSp delSp modSp new mod setBg">
        <pc:chgData name="Rachel Griffard-Smith" userId="c36e1055-fdee-46b2-8870-af01b62a6eb2" providerId="ADAL" clId="{E4E0E1B9-53F3-4339-9CC5-E88BE3E55082}" dt="2026-04-29T18:57:19.392" v="4153" actId="20577"/>
        <pc:sldMkLst>
          <pc:docMk/>
          <pc:sldMk cId="315343351" sldId="257"/>
        </pc:sldMkLst>
        <pc:spChg chg="mod">
          <ac:chgData name="Rachel Griffard-Smith" userId="c36e1055-fdee-46b2-8870-af01b62a6eb2" providerId="ADAL" clId="{E4E0E1B9-53F3-4339-9CC5-E88BE3E55082}" dt="2026-04-27T15:26:00.022" v="180" actId="20577"/>
          <ac:spMkLst>
            <pc:docMk/>
            <pc:sldMk cId="315343351" sldId="257"/>
            <ac:spMk id="2" creationId="{BDD9B674-13A4-A33A-452B-3ED700EA5DEE}"/>
          </ac:spMkLst>
        </pc:spChg>
        <pc:spChg chg="add mod">
          <ac:chgData name="Rachel Griffard-Smith" userId="c36e1055-fdee-46b2-8870-af01b62a6eb2" providerId="ADAL" clId="{E4E0E1B9-53F3-4339-9CC5-E88BE3E55082}" dt="2026-04-29T18:57:19.392" v="4153" actId="20577"/>
          <ac:spMkLst>
            <pc:docMk/>
            <pc:sldMk cId="315343351" sldId="257"/>
            <ac:spMk id="12" creationId="{49CEBDA3-E3CA-A17D-0426-FD5F174F818E}"/>
          </ac:spMkLst>
        </pc:spChg>
        <pc:picChg chg="add mod ord">
          <ac:chgData name="Rachel Griffard-Smith" userId="c36e1055-fdee-46b2-8870-af01b62a6eb2" providerId="ADAL" clId="{E4E0E1B9-53F3-4339-9CC5-E88BE3E55082}" dt="2026-04-27T15:26:28.661" v="184" actId="34135"/>
          <ac:picMkLst>
            <pc:docMk/>
            <pc:sldMk cId="315343351" sldId="257"/>
            <ac:picMk id="10" creationId="{81074DD6-F1B8-F18A-59C2-EC45CD633D08}"/>
          </ac:picMkLst>
        </pc:picChg>
        <pc:picChg chg="add mod ord">
          <ac:chgData name="Rachel Griffard-Smith" userId="c36e1055-fdee-46b2-8870-af01b62a6eb2" providerId="ADAL" clId="{E4E0E1B9-53F3-4339-9CC5-E88BE3E55082}" dt="2026-04-27T15:26:28.661" v="184" actId="34135"/>
          <ac:picMkLst>
            <pc:docMk/>
            <pc:sldMk cId="315343351" sldId="257"/>
            <ac:picMk id="11" creationId="{C6F4B28F-E70C-BA6A-E322-52AA41D1BAC6}"/>
          </ac:picMkLst>
        </pc:picChg>
      </pc:sldChg>
      <pc:sldChg chg="addSp delSp modSp new mod modAnim modShow modNotesTx">
        <pc:chgData name="Rachel Griffard-Smith" userId="c36e1055-fdee-46b2-8870-af01b62a6eb2" providerId="ADAL" clId="{E4E0E1B9-53F3-4339-9CC5-E88BE3E55082}" dt="2026-04-29T18:57:11.658" v="4134" actId="729"/>
        <pc:sldMkLst>
          <pc:docMk/>
          <pc:sldMk cId="1017566632" sldId="258"/>
        </pc:sldMkLst>
        <pc:graphicFrameChg chg="add mod modGraphic">
          <ac:chgData name="Rachel Griffard-Smith" userId="c36e1055-fdee-46b2-8870-af01b62a6eb2" providerId="ADAL" clId="{E4E0E1B9-53F3-4339-9CC5-E88BE3E55082}" dt="2026-04-27T16:17:30.255" v="2977" actId="20577"/>
          <ac:graphicFrameMkLst>
            <pc:docMk/>
            <pc:sldMk cId="1017566632" sldId="258"/>
            <ac:graphicFrameMk id="11" creationId="{7E5344D3-B9FD-1B31-08EB-4C33F569E64C}"/>
          </ac:graphicFrameMkLst>
        </pc:graphicFrameChg>
        <pc:picChg chg="add mod ord">
          <ac:chgData name="Rachel Griffard-Smith" userId="c36e1055-fdee-46b2-8870-af01b62a6eb2" providerId="ADAL" clId="{E4E0E1B9-53F3-4339-9CC5-E88BE3E55082}" dt="2026-04-27T16:01:38.506" v="333" actId="34135"/>
          <ac:picMkLst>
            <pc:docMk/>
            <pc:sldMk cId="1017566632" sldId="258"/>
            <ac:picMk id="4" creationId="{09A26E84-EFB0-228E-E512-5287EAB20B93}"/>
          </ac:picMkLst>
        </pc:picChg>
        <pc:picChg chg="add mod ord">
          <ac:chgData name="Rachel Griffard-Smith" userId="c36e1055-fdee-46b2-8870-af01b62a6eb2" providerId="ADAL" clId="{E4E0E1B9-53F3-4339-9CC5-E88BE3E55082}" dt="2026-04-27T16:01:38.506" v="333" actId="34135"/>
          <ac:picMkLst>
            <pc:docMk/>
            <pc:sldMk cId="1017566632" sldId="258"/>
            <ac:picMk id="5" creationId="{1355EB2F-54ED-4A58-BEC5-98BF2B886815}"/>
          </ac:picMkLst>
        </pc:picChg>
      </pc:sldChg>
      <pc:sldChg chg="delSp new del mod">
        <pc:chgData name="Rachel Griffard-Smith" userId="c36e1055-fdee-46b2-8870-af01b62a6eb2" providerId="ADAL" clId="{E4E0E1B9-53F3-4339-9CC5-E88BE3E55082}" dt="2026-04-27T15:26:54.875" v="187" actId="47"/>
        <pc:sldMkLst>
          <pc:docMk/>
          <pc:sldMk cId="4155503872" sldId="258"/>
        </pc:sldMkLst>
      </pc:sldChg>
      <pc:sldChg chg="addSp delSp modSp add mod modShow chgLayout">
        <pc:chgData name="Rachel Griffard-Smith" userId="c36e1055-fdee-46b2-8870-af01b62a6eb2" providerId="ADAL" clId="{E4E0E1B9-53F3-4339-9CC5-E88BE3E55082}" dt="2026-04-29T18:57:11.658" v="4134" actId="729"/>
        <pc:sldMkLst>
          <pc:docMk/>
          <pc:sldMk cId="2693708380" sldId="259"/>
        </pc:sldMkLst>
        <pc:spChg chg="add mod ord">
          <ac:chgData name="Rachel Griffard-Smith" userId="c36e1055-fdee-46b2-8870-af01b62a6eb2" providerId="ADAL" clId="{E4E0E1B9-53F3-4339-9CC5-E88BE3E55082}" dt="2026-04-27T16:11:59.218" v="1761" actId="20577"/>
          <ac:spMkLst>
            <pc:docMk/>
            <pc:sldMk cId="2693708380" sldId="259"/>
            <ac:spMk id="3" creationId="{26E13EF2-15BD-6290-8B05-A105094A9FED}"/>
          </ac:spMkLst>
        </pc:spChg>
        <pc:spChg chg="add mod ord">
          <ac:chgData name="Rachel Griffard-Smith" userId="c36e1055-fdee-46b2-8870-af01b62a6eb2" providerId="ADAL" clId="{E4E0E1B9-53F3-4339-9CC5-E88BE3E55082}" dt="2026-04-27T16:12:44.838" v="2007" actId="14100"/>
          <ac:spMkLst>
            <pc:docMk/>
            <pc:sldMk cId="2693708380" sldId="259"/>
            <ac:spMk id="6" creationId="{BC3AF413-A445-4928-224E-DA491D7704E8}"/>
          </ac:spMkLst>
        </pc:spChg>
      </pc:sldChg>
      <pc:sldChg chg="modSp add mod modShow">
        <pc:chgData name="Rachel Griffard-Smith" userId="c36e1055-fdee-46b2-8870-af01b62a6eb2" providerId="ADAL" clId="{E4E0E1B9-53F3-4339-9CC5-E88BE3E55082}" dt="2026-04-29T18:57:11.658" v="4134" actId="729"/>
        <pc:sldMkLst>
          <pc:docMk/>
          <pc:sldMk cId="4151054511" sldId="260"/>
        </pc:sldMkLst>
        <pc:spChg chg="mod">
          <ac:chgData name="Rachel Griffard-Smith" userId="c36e1055-fdee-46b2-8870-af01b62a6eb2" providerId="ADAL" clId="{E4E0E1B9-53F3-4339-9CC5-E88BE3E55082}" dt="2026-04-27T16:12:52.753" v="2020" actId="20577"/>
          <ac:spMkLst>
            <pc:docMk/>
            <pc:sldMk cId="4151054511" sldId="260"/>
            <ac:spMk id="3" creationId="{F985B457-AA11-EA7B-8486-9B5D2841EBEE}"/>
          </ac:spMkLst>
        </pc:spChg>
        <pc:spChg chg="mod">
          <ac:chgData name="Rachel Griffard-Smith" userId="c36e1055-fdee-46b2-8870-af01b62a6eb2" providerId="ADAL" clId="{E4E0E1B9-53F3-4339-9CC5-E88BE3E55082}" dt="2026-04-27T16:13:33.250" v="2243" actId="5793"/>
          <ac:spMkLst>
            <pc:docMk/>
            <pc:sldMk cId="4151054511" sldId="260"/>
            <ac:spMk id="6" creationId="{F23A71C3-3C90-C72F-91E4-E9FFC89B4063}"/>
          </ac:spMkLst>
        </pc:spChg>
      </pc:sldChg>
      <pc:sldChg chg="modSp add mod modShow">
        <pc:chgData name="Rachel Griffard-Smith" userId="c36e1055-fdee-46b2-8870-af01b62a6eb2" providerId="ADAL" clId="{E4E0E1B9-53F3-4339-9CC5-E88BE3E55082}" dt="2026-04-29T18:57:11.658" v="4134" actId="729"/>
        <pc:sldMkLst>
          <pc:docMk/>
          <pc:sldMk cId="1478242279" sldId="261"/>
        </pc:sldMkLst>
        <pc:spChg chg="mod">
          <ac:chgData name="Rachel Griffard-Smith" userId="c36e1055-fdee-46b2-8870-af01b62a6eb2" providerId="ADAL" clId="{E4E0E1B9-53F3-4339-9CC5-E88BE3E55082}" dt="2026-04-27T16:13:42.764" v="2265" actId="20577"/>
          <ac:spMkLst>
            <pc:docMk/>
            <pc:sldMk cId="1478242279" sldId="261"/>
            <ac:spMk id="3" creationId="{E9C137B3-8DFB-49A5-7E5B-2D6201E7C8FF}"/>
          </ac:spMkLst>
        </pc:spChg>
        <pc:spChg chg="mod">
          <ac:chgData name="Rachel Griffard-Smith" userId="c36e1055-fdee-46b2-8870-af01b62a6eb2" providerId="ADAL" clId="{E4E0E1B9-53F3-4339-9CC5-E88BE3E55082}" dt="2026-04-27T16:14:17.593" v="2478" actId="20577"/>
          <ac:spMkLst>
            <pc:docMk/>
            <pc:sldMk cId="1478242279" sldId="261"/>
            <ac:spMk id="6" creationId="{FBF11B41-16C7-FDC5-A82F-0106681C4902}"/>
          </ac:spMkLst>
        </pc:spChg>
      </pc:sldChg>
      <pc:sldChg chg="modSp add mod modShow">
        <pc:chgData name="Rachel Griffard-Smith" userId="c36e1055-fdee-46b2-8870-af01b62a6eb2" providerId="ADAL" clId="{E4E0E1B9-53F3-4339-9CC5-E88BE3E55082}" dt="2026-04-29T18:57:11.658" v="4134" actId="729"/>
        <pc:sldMkLst>
          <pc:docMk/>
          <pc:sldMk cId="3630474723" sldId="262"/>
        </pc:sldMkLst>
        <pc:spChg chg="mod">
          <ac:chgData name="Rachel Griffard-Smith" userId="c36e1055-fdee-46b2-8870-af01b62a6eb2" providerId="ADAL" clId="{E4E0E1B9-53F3-4339-9CC5-E88BE3E55082}" dt="2026-04-27T16:14:25.009" v="2491" actId="20577"/>
          <ac:spMkLst>
            <pc:docMk/>
            <pc:sldMk cId="3630474723" sldId="262"/>
            <ac:spMk id="3" creationId="{5859D9C9-D4CC-CF02-9752-19A8D0F96BD3}"/>
          </ac:spMkLst>
        </pc:spChg>
        <pc:spChg chg="mod">
          <ac:chgData name="Rachel Griffard-Smith" userId="c36e1055-fdee-46b2-8870-af01b62a6eb2" providerId="ADAL" clId="{E4E0E1B9-53F3-4339-9CC5-E88BE3E55082}" dt="2026-04-27T16:16:16.530" v="2974" actId="20577"/>
          <ac:spMkLst>
            <pc:docMk/>
            <pc:sldMk cId="3630474723" sldId="262"/>
            <ac:spMk id="6" creationId="{6E5E33FF-2F92-C331-5928-0865CC5E628C}"/>
          </ac:spMkLst>
        </pc:spChg>
      </pc:sldChg>
      <pc:sldChg chg="addSp delSp modSp add mod modAnim">
        <pc:chgData name="Rachel Griffard-Smith" userId="c36e1055-fdee-46b2-8870-af01b62a6eb2" providerId="ADAL" clId="{E4E0E1B9-53F3-4339-9CC5-E88BE3E55082}" dt="2026-05-04T16:23:31.420" v="4905" actId="478"/>
        <pc:sldMkLst>
          <pc:docMk/>
          <pc:sldMk cId="3815165500" sldId="263"/>
        </pc:sldMkLst>
        <pc:spChg chg="mod">
          <ac:chgData name="Rachel Griffard-Smith" userId="c36e1055-fdee-46b2-8870-af01b62a6eb2" providerId="ADAL" clId="{E4E0E1B9-53F3-4339-9CC5-E88BE3E55082}" dt="2026-04-29T18:58:46.002" v="4194" actId="20577"/>
          <ac:spMkLst>
            <pc:docMk/>
            <pc:sldMk cId="3815165500" sldId="263"/>
            <ac:spMk id="2" creationId="{5DAB9602-D249-38D1-7863-696DF1C38993}"/>
          </ac:spMkLst>
        </pc:spChg>
        <pc:spChg chg="add mod">
          <ac:chgData name="Rachel Griffard-Smith" userId="c36e1055-fdee-46b2-8870-af01b62a6eb2" providerId="ADAL" clId="{E4E0E1B9-53F3-4339-9CC5-E88BE3E55082}" dt="2026-04-29T19:11:15.756" v="4677" actId="20577"/>
          <ac:spMkLst>
            <pc:docMk/>
            <pc:sldMk cId="3815165500" sldId="263"/>
            <ac:spMk id="3" creationId="{A900D5D4-DCC6-78C2-119A-61EF53586901}"/>
          </ac:spMkLst>
        </pc:spChg>
        <pc:spChg chg="add del mod">
          <ac:chgData name="Rachel Griffard-Smith" userId="c36e1055-fdee-46b2-8870-af01b62a6eb2" providerId="ADAL" clId="{E4E0E1B9-53F3-4339-9CC5-E88BE3E55082}" dt="2026-05-04T16:23:31.420" v="4905" actId="478"/>
          <ac:spMkLst>
            <pc:docMk/>
            <pc:sldMk cId="3815165500" sldId="263"/>
            <ac:spMk id="5" creationId="{C0024EED-FC97-9EAE-01E2-556C95ED1F8C}"/>
          </ac:spMkLst>
        </pc:spChg>
        <pc:spChg chg="mod">
          <ac:chgData name="Rachel Griffard-Smith" userId="c36e1055-fdee-46b2-8870-af01b62a6eb2" providerId="ADAL" clId="{E4E0E1B9-53F3-4339-9CC5-E88BE3E55082}" dt="2026-04-29T18:57:58.225" v="4167" actId="20577"/>
          <ac:spMkLst>
            <pc:docMk/>
            <pc:sldMk cId="3815165500" sldId="263"/>
            <ac:spMk id="12" creationId="{0AD504C3-7663-2563-D8B5-E867FFCD9806}"/>
          </ac:spMkLst>
        </pc:spChg>
        <pc:spChg chg="add mod">
          <ac:chgData name="Rachel Griffard-Smith" userId="c36e1055-fdee-46b2-8870-af01b62a6eb2" providerId="ADAL" clId="{E4E0E1B9-53F3-4339-9CC5-E88BE3E55082}" dt="2026-04-29T19:04:59.453" v="4465" actId="1076"/>
          <ac:spMkLst>
            <pc:docMk/>
            <pc:sldMk cId="3815165500" sldId="263"/>
            <ac:spMk id="29" creationId="{634ED034-30CB-5565-4932-FB38CF863CEF}"/>
          </ac:spMkLst>
        </pc:spChg>
        <pc:spChg chg="add mod">
          <ac:chgData name="Rachel Griffard-Smith" userId="c36e1055-fdee-46b2-8870-af01b62a6eb2" providerId="ADAL" clId="{E4E0E1B9-53F3-4339-9CC5-E88BE3E55082}" dt="2026-04-29T19:04:59.453" v="4465" actId="1076"/>
          <ac:spMkLst>
            <pc:docMk/>
            <pc:sldMk cId="3815165500" sldId="263"/>
            <ac:spMk id="49" creationId="{E11A316E-E158-C1D8-560E-38357DCBD6BC}"/>
          </ac:spMkLst>
        </pc:spChg>
        <pc:spChg chg="add mod">
          <ac:chgData name="Rachel Griffard-Smith" userId="c36e1055-fdee-46b2-8870-af01b62a6eb2" providerId="ADAL" clId="{E4E0E1B9-53F3-4339-9CC5-E88BE3E55082}" dt="2026-04-29T19:04:59.453" v="4465" actId="1076"/>
          <ac:spMkLst>
            <pc:docMk/>
            <pc:sldMk cId="3815165500" sldId="263"/>
            <ac:spMk id="50" creationId="{4B84F35F-3566-4215-EA7C-AF273F8D666C}"/>
          </ac:spMkLst>
        </pc:spChg>
        <pc:spChg chg="add mod">
          <ac:chgData name="Rachel Griffard-Smith" userId="c36e1055-fdee-46b2-8870-af01b62a6eb2" providerId="ADAL" clId="{E4E0E1B9-53F3-4339-9CC5-E88BE3E55082}" dt="2026-04-29T19:04:59.453" v="4465" actId="1076"/>
          <ac:spMkLst>
            <pc:docMk/>
            <pc:sldMk cId="3815165500" sldId="263"/>
            <ac:spMk id="51" creationId="{EA16614C-3C6C-6863-9865-335EE50C4E69}"/>
          </ac:spMkLst>
        </pc:spChg>
        <pc:spChg chg="add mod ord">
          <ac:chgData name="Rachel Griffard-Smith" userId="c36e1055-fdee-46b2-8870-af01b62a6eb2" providerId="ADAL" clId="{E4E0E1B9-53F3-4339-9CC5-E88BE3E55082}" dt="2026-04-29T19:04:59.453" v="4465" actId="1076"/>
          <ac:spMkLst>
            <pc:docMk/>
            <pc:sldMk cId="3815165500" sldId="263"/>
            <ac:spMk id="52" creationId="{8C8E54B0-9100-32A1-E494-A67F394C9E1A}"/>
          </ac:spMkLst>
        </pc:spChg>
        <pc:spChg chg="add mod">
          <ac:chgData name="Rachel Griffard-Smith" userId="c36e1055-fdee-46b2-8870-af01b62a6eb2" providerId="ADAL" clId="{E4E0E1B9-53F3-4339-9CC5-E88BE3E55082}" dt="2026-04-29T19:06:37.525" v="4562" actId="1035"/>
          <ac:spMkLst>
            <pc:docMk/>
            <pc:sldMk cId="3815165500" sldId="263"/>
            <ac:spMk id="53" creationId="{FE2B0971-A1AC-6E41-4A8F-60BAA9AB8695}"/>
          </ac:spMkLst>
        </pc:spChg>
        <pc:spChg chg="add mod">
          <ac:chgData name="Rachel Griffard-Smith" userId="c36e1055-fdee-46b2-8870-af01b62a6eb2" providerId="ADAL" clId="{E4E0E1B9-53F3-4339-9CC5-E88BE3E55082}" dt="2026-04-29T19:06:34.497" v="4561" actId="1035"/>
          <ac:spMkLst>
            <pc:docMk/>
            <pc:sldMk cId="3815165500" sldId="263"/>
            <ac:spMk id="55" creationId="{CD8F3789-0037-93BD-93EF-05DC499987B1}"/>
          </ac:spMkLst>
        </pc:spChg>
        <pc:spChg chg="add mod">
          <ac:chgData name="Rachel Griffard-Smith" userId="c36e1055-fdee-46b2-8870-af01b62a6eb2" providerId="ADAL" clId="{E4E0E1B9-53F3-4339-9CC5-E88BE3E55082}" dt="2026-04-29T19:06:31.014" v="4560" actId="1035"/>
          <ac:spMkLst>
            <pc:docMk/>
            <pc:sldMk cId="3815165500" sldId="263"/>
            <ac:spMk id="56" creationId="{E368A9DF-3E67-FE5F-8592-78EFD1C1E07A}"/>
          </ac:spMkLst>
        </pc:spChg>
        <pc:picChg chg="add del mod ord">
          <ac:chgData name="Rachel Griffard-Smith" userId="c36e1055-fdee-46b2-8870-af01b62a6eb2" providerId="ADAL" clId="{E4E0E1B9-53F3-4339-9CC5-E88BE3E55082}" dt="2026-05-01T13:31:34.111" v="4739" actId="1076"/>
          <ac:picMkLst>
            <pc:docMk/>
            <pc:sldMk cId="3815165500" sldId="263"/>
            <ac:picMk id="11" creationId="{51D60BC1-2003-3508-4711-B210BD7B36E2}"/>
          </ac:picMkLst>
        </pc:picChg>
        <pc:picChg chg="add mod">
          <ac:chgData name="Rachel Griffard-Smith" userId="c36e1055-fdee-46b2-8870-af01b62a6eb2" providerId="ADAL" clId="{E4E0E1B9-53F3-4339-9CC5-E88BE3E55082}" dt="2026-04-29T19:04:59.453" v="4465" actId="1076"/>
          <ac:picMkLst>
            <pc:docMk/>
            <pc:sldMk cId="3815165500" sldId="263"/>
            <ac:picMk id="28" creationId="{2DB0CB48-B77C-E6EE-3B14-B2E55FF44FD3}"/>
          </ac:picMkLst>
        </pc:picChg>
        <pc:cxnChg chg="add mod">
          <ac:chgData name="Rachel Griffard-Smith" userId="c36e1055-fdee-46b2-8870-af01b62a6eb2" providerId="ADAL" clId="{E4E0E1B9-53F3-4339-9CC5-E88BE3E55082}" dt="2026-04-29T19:04:59.453" v="4465" actId="1076"/>
          <ac:cxnSpMkLst>
            <pc:docMk/>
            <pc:sldMk cId="3815165500" sldId="263"/>
            <ac:cxnSpMk id="30" creationId="{5B88B7CB-AF54-B508-D37B-0C452A5B0DFB}"/>
          </ac:cxnSpMkLst>
        </pc:cxnChg>
        <pc:cxnChg chg="add mod">
          <ac:chgData name="Rachel Griffard-Smith" userId="c36e1055-fdee-46b2-8870-af01b62a6eb2" providerId="ADAL" clId="{E4E0E1B9-53F3-4339-9CC5-E88BE3E55082}" dt="2026-04-29T19:04:59.453" v="4465" actId="1076"/>
          <ac:cxnSpMkLst>
            <pc:docMk/>
            <pc:sldMk cId="3815165500" sldId="263"/>
            <ac:cxnSpMk id="32" creationId="{2A022951-69D0-9103-B474-C7A5B67642BC}"/>
          </ac:cxnSpMkLst>
        </pc:cxnChg>
        <pc:cxnChg chg="add mod">
          <ac:chgData name="Rachel Griffard-Smith" userId="c36e1055-fdee-46b2-8870-af01b62a6eb2" providerId="ADAL" clId="{E4E0E1B9-53F3-4339-9CC5-E88BE3E55082}" dt="2026-04-29T19:04:59.453" v="4465" actId="1076"/>
          <ac:cxnSpMkLst>
            <pc:docMk/>
            <pc:sldMk cId="3815165500" sldId="263"/>
            <ac:cxnSpMk id="36" creationId="{EED3BD5A-3BA2-91F0-4EA2-0AEE4870DAEC}"/>
          </ac:cxnSpMkLst>
        </pc:cxnChg>
        <pc:cxnChg chg="add mod">
          <ac:chgData name="Rachel Griffard-Smith" userId="c36e1055-fdee-46b2-8870-af01b62a6eb2" providerId="ADAL" clId="{E4E0E1B9-53F3-4339-9CC5-E88BE3E55082}" dt="2026-04-29T19:02:20.887" v="4345" actId="1076"/>
          <ac:cxnSpMkLst>
            <pc:docMk/>
            <pc:sldMk cId="3815165500" sldId="263"/>
            <ac:cxnSpMk id="45" creationId="{DF838A4E-F19D-C6E9-CC70-6FD0A63E3F03}"/>
          </ac:cxnSpMkLst>
        </pc:cxnChg>
        <pc:cxnChg chg="add mod">
          <ac:chgData name="Rachel Griffard-Smith" userId="c36e1055-fdee-46b2-8870-af01b62a6eb2" providerId="ADAL" clId="{E4E0E1B9-53F3-4339-9CC5-E88BE3E55082}" dt="2026-04-29T19:04:59.453" v="4465" actId="1076"/>
          <ac:cxnSpMkLst>
            <pc:docMk/>
            <pc:sldMk cId="3815165500" sldId="263"/>
            <ac:cxnSpMk id="48" creationId="{62DBD1D0-C24D-CFB3-9B0A-8FEBA521CB7C}"/>
          </ac:cxnSpMkLst>
        </pc:cxnChg>
      </pc:sldChg>
      <pc:sldChg chg="add del">
        <pc:chgData name="Rachel Griffard-Smith" userId="c36e1055-fdee-46b2-8870-af01b62a6eb2" providerId="ADAL" clId="{E4E0E1B9-53F3-4339-9CC5-E88BE3E55082}" dt="2026-04-29T18:57:53.330" v="4166"/>
        <pc:sldMkLst>
          <pc:docMk/>
          <pc:sldMk cId="797185321" sldId="264"/>
        </pc:sldMkLst>
      </pc:sldChg>
      <pc:sldChg chg="addSp delSp modSp add del mod modTransition">
        <pc:chgData name="Rachel Griffard-Smith" userId="c36e1055-fdee-46b2-8870-af01b62a6eb2" providerId="ADAL" clId="{E4E0E1B9-53F3-4339-9CC5-E88BE3E55082}" dt="2026-05-01T13:30:24.656" v="4727" actId="47"/>
        <pc:sldMkLst>
          <pc:docMk/>
          <pc:sldMk cId="1802458370" sldId="264"/>
        </pc:sldMkLst>
      </pc:sldChg>
      <pc:sldChg chg="addSp delSp modSp add del mod modTransition">
        <pc:chgData name="Rachel Griffard-Smith" userId="c36e1055-fdee-46b2-8870-af01b62a6eb2" providerId="ADAL" clId="{E4E0E1B9-53F3-4339-9CC5-E88BE3E55082}" dt="2026-05-01T13:30:24.656" v="4727" actId="47"/>
        <pc:sldMkLst>
          <pc:docMk/>
          <pc:sldMk cId="2398481593" sldId="265"/>
        </pc:sldMkLst>
      </pc:sldChg>
      <pc:sldChg chg="addSp delSp modSp new mod setBg">
        <pc:chgData name="Rachel Griffard-Smith" userId="c36e1055-fdee-46b2-8870-af01b62a6eb2" providerId="ADAL" clId="{E4E0E1B9-53F3-4339-9CC5-E88BE3E55082}" dt="2026-05-01T14:00:31.647" v="4904" actId="1076"/>
        <pc:sldMkLst>
          <pc:docMk/>
          <pc:sldMk cId="2722260260" sldId="266"/>
        </pc:sldMkLst>
        <pc:picChg chg="add mod ord">
          <ac:chgData name="Rachel Griffard-Smith" userId="c36e1055-fdee-46b2-8870-af01b62a6eb2" providerId="ADAL" clId="{E4E0E1B9-53F3-4339-9CC5-E88BE3E55082}" dt="2026-05-01T13:40:20.261" v="4827" actId="34135"/>
          <ac:picMkLst>
            <pc:docMk/>
            <pc:sldMk cId="2722260260" sldId="266"/>
            <ac:picMk id="5" creationId="{C1058D0E-6DDB-BB1E-8497-CCFBE5C0CD5F}"/>
          </ac:picMkLst>
        </pc:picChg>
        <pc:picChg chg="add mod ord modCrop">
          <ac:chgData name="Rachel Griffard-Smith" userId="c36e1055-fdee-46b2-8870-af01b62a6eb2" providerId="ADAL" clId="{E4E0E1B9-53F3-4339-9CC5-E88BE3E55082}" dt="2026-05-01T13:40:13.866" v="4826" actId="167"/>
          <ac:picMkLst>
            <pc:docMk/>
            <pc:sldMk cId="2722260260" sldId="266"/>
            <ac:picMk id="6" creationId="{8B72B081-F522-D133-CBD7-B1232C841712}"/>
          </ac:picMkLst>
        </pc:picChg>
        <pc:picChg chg="add mod">
          <ac:chgData name="Rachel Griffard-Smith" userId="c36e1055-fdee-46b2-8870-af01b62a6eb2" providerId="ADAL" clId="{E4E0E1B9-53F3-4339-9CC5-E88BE3E55082}" dt="2026-05-01T14:00:31.647" v="4904" actId="1076"/>
          <ac:picMkLst>
            <pc:docMk/>
            <pc:sldMk cId="2722260260" sldId="266"/>
            <ac:picMk id="2050" creationId="{22F5BF27-49EC-62B7-4F7D-29359101781A}"/>
          </ac:picMkLst>
        </pc:picChg>
      </pc:sldChg>
      <pc:sldChg chg="addSp delSp modSp add mod modTransition setBg">
        <pc:chgData name="Rachel Griffard-Smith" userId="c36e1055-fdee-46b2-8870-af01b62a6eb2" providerId="ADAL" clId="{E4E0E1B9-53F3-4339-9CC5-E88BE3E55082}" dt="2026-05-01T13:45:55.522" v="4885"/>
        <pc:sldMkLst>
          <pc:docMk/>
          <pc:sldMk cId="2700029646" sldId="267"/>
        </pc:sldMkLst>
        <pc:picChg chg="add mod ord">
          <ac:chgData name="Rachel Griffard-Smith" userId="c36e1055-fdee-46b2-8870-af01b62a6eb2" providerId="ADAL" clId="{E4E0E1B9-53F3-4339-9CC5-E88BE3E55082}" dt="2026-05-01T13:40:32.855" v="4831" actId="34135"/>
          <ac:picMkLst>
            <pc:docMk/>
            <pc:sldMk cId="2700029646" sldId="267"/>
            <ac:picMk id="6" creationId="{F20B1D89-33DA-5C67-17CC-86E93154BCF0}"/>
          </ac:picMkLst>
        </pc:picChg>
        <pc:picChg chg="add mod ord">
          <ac:chgData name="Rachel Griffard-Smith" userId="c36e1055-fdee-46b2-8870-af01b62a6eb2" providerId="ADAL" clId="{E4E0E1B9-53F3-4339-9CC5-E88BE3E55082}" dt="2026-05-01T13:40:32.855" v="4831" actId="34135"/>
          <ac:picMkLst>
            <pc:docMk/>
            <pc:sldMk cId="2700029646" sldId="267"/>
            <ac:picMk id="7" creationId="{C01E4ACE-A904-7B4E-411D-77EE4E22A894}"/>
          </ac:picMkLst>
        </pc:picChg>
      </pc:sldChg>
      <pc:sldChg chg="new del">
        <pc:chgData name="Rachel Griffard-Smith" userId="c36e1055-fdee-46b2-8870-af01b62a6eb2" providerId="ADAL" clId="{E4E0E1B9-53F3-4339-9CC5-E88BE3E55082}" dt="2026-05-01T13:30:46.114" v="4729" actId="680"/>
        <pc:sldMkLst>
          <pc:docMk/>
          <pc:sldMk cId="706476237" sldId="268"/>
        </pc:sldMkLst>
      </pc:sldChg>
      <pc:sldChg chg="addSp delSp 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3957565076" sldId="268"/>
        </pc:sldMkLst>
        <pc:picChg chg="mod ord">
          <ac:chgData name="Rachel Griffard-Smith" userId="c36e1055-fdee-46b2-8870-af01b62a6eb2" providerId="ADAL" clId="{E4E0E1B9-53F3-4339-9CC5-E88BE3E55082}" dt="2026-05-01T13:40:55.228" v="4837" actId="34135"/>
          <ac:picMkLst>
            <pc:docMk/>
            <pc:sldMk cId="3957565076" sldId="268"/>
            <ac:picMk id="7" creationId="{E447D86C-B899-7E22-BF58-31411405C38E}"/>
          </ac:picMkLst>
        </pc:picChg>
        <pc:picChg chg="add mod ord">
          <ac:chgData name="Rachel Griffard-Smith" userId="c36e1055-fdee-46b2-8870-af01b62a6eb2" providerId="ADAL" clId="{E4E0E1B9-53F3-4339-9CC5-E88BE3E55082}" dt="2026-05-01T13:40:55.228" v="4837" actId="34135"/>
          <ac:picMkLst>
            <pc:docMk/>
            <pc:sldMk cId="3957565076" sldId="268"/>
            <ac:picMk id="12" creationId="{49883906-7CE4-30D8-3832-24475C540187}"/>
          </ac:picMkLst>
        </pc:picChg>
      </pc:sldChg>
      <pc:sldChg chg="addSp delSp modSp add mod ord modTransition">
        <pc:chgData name="Rachel Griffard-Smith" userId="c36e1055-fdee-46b2-8870-af01b62a6eb2" providerId="ADAL" clId="{E4E0E1B9-53F3-4339-9CC5-E88BE3E55082}" dt="2026-05-01T14:00:14.201" v="4902"/>
        <pc:sldMkLst>
          <pc:docMk/>
          <pc:sldMk cId="1250002765" sldId="269"/>
        </pc:sldMkLst>
        <pc:spChg chg="add mod">
          <ac:chgData name="Rachel Griffard-Smith" userId="c36e1055-fdee-46b2-8870-af01b62a6eb2" providerId="ADAL" clId="{E4E0E1B9-53F3-4339-9CC5-E88BE3E55082}" dt="2026-05-01T13:51:32.154" v="4901"/>
          <ac:spMkLst>
            <pc:docMk/>
            <pc:sldMk cId="1250002765" sldId="269"/>
            <ac:spMk id="13" creationId="{2A1DC689-9CBD-AC2A-5E20-A28A79DB98FE}"/>
          </ac:spMkLst>
        </pc:spChg>
        <pc:picChg chg="mod ord">
          <ac:chgData name="Rachel Griffard-Smith" userId="c36e1055-fdee-46b2-8870-af01b62a6eb2" providerId="ADAL" clId="{E4E0E1B9-53F3-4339-9CC5-E88BE3E55082}" dt="2026-05-01T13:40:43.743" v="4834" actId="34135"/>
          <ac:picMkLst>
            <pc:docMk/>
            <pc:sldMk cId="1250002765" sldId="269"/>
            <ac:picMk id="7" creationId="{E7A004E2-E13A-0EDA-7A02-F9CBED9622EE}"/>
          </ac:picMkLst>
        </pc:picChg>
        <pc:picChg chg="add mod ord">
          <ac:chgData name="Rachel Griffard-Smith" userId="c36e1055-fdee-46b2-8870-af01b62a6eb2" providerId="ADAL" clId="{E4E0E1B9-53F3-4339-9CC5-E88BE3E55082}" dt="2026-05-01T13:40:43.743" v="4834" actId="34135"/>
          <ac:picMkLst>
            <pc:docMk/>
            <pc:sldMk cId="1250002765" sldId="269"/>
            <ac:picMk id="12" creationId="{B42CA8B0-07BC-3F89-472A-AF80DCD5A6EA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18.724" v="4887"/>
        <pc:sldMkLst>
          <pc:docMk/>
          <pc:sldMk cId="1395404750" sldId="270"/>
        </pc:sldMkLst>
        <pc:picChg chg="mod ord">
          <ac:chgData name="Rachel Griffard-Smith" userId="c36e1055-fdee-46b2-8870-af01b62a6eb2" providerId="ADAL" clId="{E4E0E1B9-53F3-4339-9CC5-E88BE3E55082}" dt="2026-05-01T13:41:04.011" v="4840" actId="34135"/>
          <ac:picMkLst>
            <pc:docMk/>
            <pc:sldMk cId="1395404750" sldId="270"/>
            <ac:picMk id="7" creationId="{D48F35BC-E943-EDC0-CC73-95A92149721C}"/>
          </ac:picMkLst>
        </pc:picChg>
        <pc:picChg chg="mod ord">
          <ac:chgData name="Rachel Griffard-Smith" userId="c36e1055-fdee-46b2-8870-af01b62a6eb2" providerId="ADAL" clId="{E4E0E1B9-53F3-4339-9CC5-E88BE3E55082}" dt="2026-05-01T13:41:04.011" v="4840" actId="34135"/>
          <ac:picMkLst>
            <pc:docMk/>
            <pc:sldMk cId="1395404750" sldId="270"/>
            <ac:picMk id="12" creationId="{3C3A3B8C-F125-C4DE-697D-12B6D48E952B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560208124" sldId="271"/>
        </pc:sldMkLst>
        <pc:picChg chg="mod ord">
          <ac:chgData name="Rachel Griffard-Smith" userId="c36e1055-fdee-46b2-8870-af01b62a6eb2" providerId="ADAL" clId="{E4E0E1B9-53F3-4339-9CC5-E88BE3E55082}" dt="2026-05-01T13:41:45.636" v="4843" actId="34135"/>
          <ac:picMkLst>
            <pc:docMk/>
            <pc:sldMk cId="560208124" sldId="271"/>
            <ac:picMk id="7" creationId="{2BD2CCEE-9033-36B1-1E39-7B68315BCA06}"/>
          </ac:picMkLst>
        </pc:picChg>
        <pc:picChg chg="mod ord">
          <ac:chgData name="Rachel Griffard-Smith" userId="c36e1055-fdee-46b2-8870-af01b62a6eb2" providerId="ADAL" clId="{E4E0E1B9-53F3-4339-9CC5-E88BE3E55082}" dt="2026-05-01T13:41:45.636" v="4843" actId="34135"/>
          <ac:picMkLst>
            <pc:docMk/>
            <pc:sldMk cId="560208124" sldId="271"/>
            <ac:picMk id="12" creationId="{5F192C59-509E-89BD-6B53-F2C32CABD354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20.638" v="4888"/>
        <pc:sldMkLst>
          <pc:docMk/>
          <pc:sldMk cId="1348249673" sldId="272"/>
        </pc:sldMkLst>
        <pc:picChg chg="mod ord">
          <ac:chgData name="Rachel Griffard-Smith" userId="c36e1055-fdee-46b2-8870-af01b62a6eb2" providerId="ADAL" clId="{E4E0E1B9-53F3-4339-9CC5-E88BE3E55082}" dt="2026-05-01T13:41:52.890" v="4846" actId="34135"/>
          <ac:picMkLst>
            <pc:docMk/>
            <pc:sldMk cId="1348249673" sldId="272"/>
            <ac:picMk id="7" creationId="{C4C6445C-37DF-E7D6-EA37-B02F7BB10624}"/>
          </ac:picMkLst>
        </pc:picChg>
        <pc:picChg chg="mod ord">
          <ac:chgData name="Rachel Griffard-Smith" userId="c36e1055-fdee-46b2-8870-af01b62a6eb2" providerId="ADAL" clId="{E4E0E1B9-53F3-4339-9CC5-E88BE3E55082}" dt="2026-05-01T13:41:52.890" v="4846" actId="34135"/>
          <ac:picMkLst>
            <pc:docMk/>
            <pc:sldMk cId="1348249673" sldId="272"/>
            <ac:picMk id="12" creationId="{ACD64A15-C7D8-3D07-24A8-FF4FDDAB0F56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2089845144" sldId="273"/>
        </pc:sldMkLst>
        <pc:picChg chg="mod ord">
          <ac:chgData name="Rachel Griffard-Smith" userId="c36e1055-fdee-46b2-8870-af01b62a6eb2" providerId="ADAL" clId="{E4E0E1B9-53F3-4339-9CC5-E88BE3E55082}" dt="2026-05-01T13:42:01.319" v="4849" actId="34135"/>
          <ac:picMkLst>
            <pc:docMk/>
            <pc:sldMk cId="2089845144" sldId="273"/>
            <ac:picMk id="7" creationId="{E13FBA3A-72DE-12B3-3110-4779BF3BF84F}"/>
          </ac:picMkLst>
        </pc:picChg>
        <pc:picChg chg="mod ord">
          <ac:chgData name="Rachel Griffard-Smith" userId="c36e1055-fdee-46b2-8870-af01b62a6eb2" providerId="ADAL" clId="{E4E0E1B9-53F3-4339-9CC5-E88BE3E55082}" dt="2026-05-01T13:42:01.319" v="4849" actId="34135"/>
          <ac:picMkLst>
            <pc:docMk/>
            <pc:sldMk cId="2089845144" sldId="273"/>
            <ac:picMk id="12" creationId="{98516EF4-731C-166E-2686-8366D6C50B1A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22.536" v="4889"/>
        <pc:sldMkLst>
          <pc:docMk/>
          <pc:sldMk cId="664951565" sldId="274"/>
        </pc:sldMkLst>
        <pc:picChg chg="mod ord">
          <ac:chgData name="Rachel Griffard-Smith" userId="c36e1055-fdee-46b2-8870-af01b62a6eb2" providerId="ADAL" clId="{E4E0E1B9-53F3-4339-9CC5-E88BE3E55082}" dt="2026-05-01T13:42:08.246" v="4852" actId="34135"/>
          <ac:picMkLst>
            <pc:docMk/>
            <pc:sldMk cId="664951565" sldId="274"/>
            <ac:picMk id="7" creationId="{669DD477-E74A-5DCA-6E48-D86AB1B548E4}"/>
          </ac:picMkLst>
        </pc:picChg>
        <pc:picChg chg="mod ord">
          <ac:chgData name="Rachel Griffard-Smith" userId="c36e1055-fdee-46b2-8870-af01b62a6eb2" providerId="ADAL" clId="{E4E0E1B9-53F3-4339-9CC5-E88BE3E55082}" dt="2026-05-01T13:42:08.246" v="4852" actId="34135"/>
          <ac:picMkLst>
            <pc:docMk/>
            <pc:sldMk cId="664951565" sldId="274"/>
            <ac:picMk id="12" creationId="{E5F96FCB-C3E8-F8EC-1D14-FE433325B226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2409477094" sldId="275"/>
        </pc:sldMkLst>
        <pc:picChg chg="mod ord">
          <ac:chgData name="Rachel Griffard-Smith" userId="c36e1055-fdee-46b2-8870-af01b62a6eb2" providerId="ADAL" clId="{E4E0E1B9-53F3-4339-9CC5-E88BE3E55082}" dt="2026-05-01T13:42:17.185" v="4855" actId="34135"/>
          <ac:picMkLst>
            <pc:docMk/>
            <pc:sldMk cId="2409477094" sldId="275"/>
            <ac:picMk id="7" creationId="{AE447047-D19D-D09D-C4FB-938111BB3B25}"/>
          </ac:picMkLst>
        </pc:picChg>
        <pc:picChg chg="mod ord">
          <ac:chgData name="Rachel Griffard-Smith" userId="c36e1055-fdee-46b2-8870-af01b62a6eb2" providerId="ADAL" clId="{E4E0E1B9-53F3-4339-9CC5-E88BE3E55082}" dt="2026-05-01T13:42:17.185" v="4855" actId="34135"/>
          <ac:picMkLst>
            <pc:docMk/>
            <pc:sldMk cId="2409477094" sldId="275"/>
            <ac:picMk id="12" creationId="{5EDAF6AA-764F-A724-A163-457F6F40FC00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25.218" v="4890"/>
        <pc:sldMkLst>
          <pc:docMk/>
          <pc:sldMk cId="2232511855" sldId="276"/>
        </pc:sldMkLst>
        <pc:picChg chg="mod ord">
          <ac:chgData name="Rachel Griffard-Smith" userId="c36e1055-fdee-46b2-8870-af01b62a6eb2" providerId="ADAL" clId="{E4E0E1B9-53F3-4339-9CC5-E88BE3E55082}" dt="2026-05-01T13:42:23.761" v="4858" actId="34135"/>
          <ac:picMkLst>
            <pc:docMk/>
            <pc:sldMk cId="2232511855" sldId="276"/>
            <ac:picMk id="7" creationId="{056961E5-1A35-837E-606B-4343F337F792}"/>
          </ac:picMkLst>
        </pc:picChg>
        <pc:picChg chg="mod ord">
          <ac:chgData name="Rachel Griffard-Smith" userId="c36e1055-fdee-46b2-8870-af01b62a6eb2" providerId="ADAL" clId="{E4E0E1B9-53F3-4339-9CC5-E88BE3E55082}" dt="2026-05-01T13:42:26.413" v="4859" actId="34135"/>
          <ac:picMkLst>
            <pc:docMk/>
            <pc:sldMk cId="2232511855" sldId="276"/>
            <ac:picMk id="12" creationId="{42CA310D-4A7E-54DB-787C-68C2ABB4B708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4171612616" sldId="277"/>
        </pc:sldMkLst>
        <pc:picChg chg="mod ord">
          <ac:chgData name="Rachel Griffard-Smith" userId="c36e1055-fdee-46b2-8870-af01b62a6eb2" providerId="ADAL" clId="{E4E0E1B9-53F3-4339-9CC5-E88BE3E55082}" dt="2026-05-01T13:42:38.303" v="4862" actId="34135"/>
          <ac:picMkLst>
            <pc:docMk/>
            <pc:sldMk cId="4171612616" sldId="277"/>
            <ac:picMk id="7" creationId="{182CAF2C-1C32-0E3E-5ED9-44DC014C3B75}"/>
          </ac:picMkLst>
        </pc:picChg>
        <pc:picChg chg="mod ord">
          <ac:chgData name="Rachel Griffard-Smith" userId="c36e1055-fdee-46b2-8870-af01b62a6eb2" providerId="ADAL" clId="{E4E0E1B9-53F3-4339-9CC5-E88BE3E55082}" dt="2026-05-01T13:42:38.303" v="4862" actId="34135"/>
          <ac:picMkLst>
            <pc:docMk/>
            <pc:sldMk cId="4171612616" sldId="277"/>
            <ac:picMk id="12" creationId="{2FFD1FD9-604B-2994-2D4B-BDCC6BFE28DE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27.289" v="4891"/>
        <pc:sldMkLst>
          <pc:docMk/>
          <pc:sldMk cId="3502482662" sldId="278"/>
        </pc:sldMkLst>
        <pc:picChg chg="mod ord">
          <ac:chgData name="Rachel Griffard-Smith" userId="c36e1055-fdee-46b2-8870-af01b62a6eb2" providerId="ADAL" clId="{E4E0E1B9-53F3-4339-9CC5-E88BE3E55082}" dt="2026-05-01T13:42:44.893" v="4865" actId="34135"/>
          <ac:picMkLst>
            <pc:docMk/>
            <pc:sldMk cId="3502482662" sldId="278"/>
            <ac:picMk id="7" creationId="{B6836689-ABCE-865F-3F6B-60CB621C215D}"/>
          </ac:picMkLst>
        </pc:picChg>
        <pc:picChg chg="mod ord">
          <ac:chgData name="Rachel Griffard-Smith" userId="c36e1055-fdee-46b2-8870-af01b62a6eb2" providerId="ADAL" clId="{E4E0E1B9-53F3-4339-9CC5-E88BE3E55082}" dt="2026-05-01T13:42:41.130" v="4863" actId="167"/>
          <ac:picMkLst>
            <pc:docMk/>
            <pc:sldMk cId="3502482662" sldId="278"/>
            <ac:picMk id="12" creationId="{DCC08EBE-2F6C-9A17-F16D-30C434DB309C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3589808741" sldId="279"/>
        </pc:sldMkLst>
        <pc:picChg chg="mod ord">
          <ac:chgData name="Rachel Griffard-Smith" userId="c36e1055-fdee-46b2-8870-af01b62a6eb2" providerId="ADAL" clId="{E4E0E1B9-53F3-4339-9CC5-E88BE3E55082}" dt="2026-05-01T13:42:55.227" v="4869" actId="34135"/>
          <ac:picMkLst>
            <pc:docMk/>
            <pc:sldMk cId="3589808741" sldId="279"/>
            <ac:picMk id="7" creationId="{FEF0F3AB-EF6F-3EEF-A528-7F38A27B146C}"/>
          </ac:picMkLst>
        </pc:picChg>
        <pc:picChg chg="mod ord">
          <ac:chgData name="Rachel Griffard-Smith" userId="c36e1055-fdee-46b2-8870-af01b62a6eb2" providerId="ADAL" clId="{E4E0E1B9-53F3-4339-9CC5-E88BE3E55082}" dt="2026-05-01T13:42:55.227" v="4869" actId="34135"/>
          <ac:picMkLst>
            <pc:docMk/>
            <pc:sldMk cId="3589808741" sldId="279"/>
            <ac:picMk id="12" creationId="{4B9899B3-8D11-0D5D-4309-EB264DF52A1A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29.391" v="4892"/>
        <pc:sldMkLst>
          <pc:docMk/>
          <pc:sldMk cId="4121538785" sldId="280"/>
        </pc:sldMkLst>
        <pc:picChg chg="mod">
          <ac:chgData name="Rachel Griffard-Smith" userId="c36e1055-fdee-46b2-8870-af01b62a6eb2" providerId="ADAL" clId="{E4E0E1B9-53F3-4339-9CC5-E88BE3E55082}" dt="2026-05-01T13:43:00.397" v="4870" actId="34135"/>
          <ac:picMkLst>
            <pc:docMk/>
            <pc:sldMk cId="4121538785" sldId="280"/>
            <ac:picMk id="7" creationId="{AC9297CA-C677-497B-EB77-378996E6586C}"/>
          </ac:picMkLst>
        </pc:picChg>
        <pc:picChg chg="mod">
          <ac:chgData name="Rachel Griffard-Smith" userId="c36e1055-fdee-46b2-8870-af01b62a6eb2" providerId="ADAL" clId="{E4E0E1B9-53F3-4339-9CC5-E88BE3E55082}" dt="2026-05-01T13:43:00.397" v="4870" actId="34135"/>
          <ac:picMkLst>
            <pc:docMk/>
            <pc:sldMk cId="4121538785" sldId="280"/>
            <ac:picMk id="12" creationId="{202D85B7-16FA-1B28-7FDE-DED738134698}"/>
          </ac:picMkLst>
        </pc:picChg>
      </pc:sldChg>
      <pc:sldChg chg="addSp delSp 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982985224" sldId="281"/>
        </pc:sldMkLst>
        <pc:picChg chg="mod">
          <ac:chgData name="Rachel Griffard-Smith" userId="c36e1055-fdee-46b2-8870-af01b62a6eb2" providerId="ADAL" clId="{E4E0E1B9-53F3-4339-9CC5-E88BE3E55082}" dt="2026-05-01T13:43:04.136" v="4871" actId="34135"/>
          <ac:picMkLst>
            <pc:docMk/>
            <pc:sldMk cId="982985224" sldId="281"/>
            <ac:picMk id="7" creationId="{4452441D-636A-27D0-2E60-E153BAB3CDB1}"/>
          </ac:picMkLst>
        </pc:picChg>
        <pc:picChg chg="mod">
          <ac:chgData name="Rachel Griffard-Smith" userId="c36e1055-fdee-46b2-8870-af01b62a6eb2" providerId="ADAL" clId="{E4E0E1B9-53F3-4339-9CC5-E88BE3E55082}" dt="2026-05-01T13:43:04.136" v="4871" actId="34135"/>
          <ac:picMkLst>
            <pc:docMk/>
            <pc:sldMk cId="982985224" sldId="281"/>
            <ac:picMk id="12" creationId="{4C2535D6-C998-A2A5-2EB2-FE00E8335335}"/>
          </ac:picMkLst>
        </pc:picChg>
      </pc:sldChg>
      <pc:sldChg chg="modSp add mod modTransition">
        <pc:chgData name="Rachel Griffard-Smith" userId="c36e1055-fdee-46b2-8870-af01b62a6eb2" providerId="ADAL" clId="{E4E0E1B9-53F3-4339-9CC5-E88BE3E55082}" dt="2026-05-01T13:46:31.242" v="4893"/>
        <pc:sldMkLst>
          <pc:docMk/>
          <pc:sldMk cId="3655521820" sldId="282"/>
        </pc:sldMkLst>
        <pc:picChg chg="mod">
          <ac:chgData name="Rachel Griffard-Smith" userId="c36e1055-fdee-46b2-8870-af01b62a6eb2" providerId="ADAL" clId="{E4E0E1B9-53F3-4339-9CC5-E88BE3E55082}" dt="2026-05-01T13:43:07.482" v="4872" actId="34135"/>
          <ac:picMkLst>
            <pc:docMk/>
            <pc:sldMk cId="3655521820" sldId="282"/>
            <ac:picMk id="7" creationId="{771778C3-C3BF-01B3-3D2A-B6914D50AD7D}"/>
          </ac:picMkLst>
        </pc:picChg>
        <pc:picChg chg="mod">
          <ac:chgData name="Rachel Griffard-Smith" userId="c36e1055-fdee-46b2-8870-af01b62a6eb2" providerId="ADAL" clId="{E4E0E1B9-53F3-4339-9CC5-E88BE3E55082}" dt="2026-05-01T13:43:07.482" v="4872" actId="34135"/>
          <ac:picMkLst>
            <pc:docMk/>
            <pc:sldMk cId="3655521820" sldId="282"/>
            <ac:picMk id="12" creationId="{AA85E8D9-B5B9-8B7E-DC6B-01AE4E35FBD1}"/>
          </ac:picMkLst>
        </pc:picChg>
      </pc:sldChg>
      <pc:sldChg chg="delSp modSp add mod modTransition">
        <pc:chgData name="Rachel Griffard-Smith" userId="c36e1055-fdee-46b2-8870-af01b62a6eb2" providerId="ADAL" clId="{E4E0E1B9-53F3-4339-9CC5-E88BE3E55082}" dt="2026-05-01T13:45:55.522" v="4885"/>
        <pc:sldMkLst>
          <pc:docMk/>
          <pc:sldMk cId="2014381245" sldId="283"/>
        </pc:sldMkLst>
        <pc:picChg chg="mod">
          <ac:chgData name="Rachel Griffard-Smith" userId="c36e1055-fdee-46b2-8870-af01b62a6eb2" providerId="ADAL" clId="{E4E0E1B9-53F3-4339-9CC5-E88BE3E55082}" dt="2026-05-01T13:43:10.893" v="4873" actId="34135"/>
          <ac:picMkLst>
            <pc:docMk/>
            <pc:sldMk cId="2014381245" sldId="283"/>
            <ac:picMk id="7" creationId="{AD688D25-C479-64F4-4F9A-747FE6B70CBD}"/>
          </ac:picMkLst>
        </pc:picChg>
        <pc:picChg chg="mod">
          <ac:chgData name="Rachel Griffard-Smith" userId="c36e1055-fdee-46b2-8870-af01b62a6eb2" providerId="ADAL" clId="{E4E0E1B9-53F3-4339-9CC5-E88BE3E55082}" dt="2026-05-01T13:43:10.893" v="4873" actId="34135"/>
          <ac:picMkLst>
            <pc:docMk/>
            <pc:sldMk cId="2014381245" sldId="283"/>
            <ac:picMk id="12" creationId="{FAC9913B-1C46-D14D-C998-AC199E36D7D2}"/>
          </ac:picMkLst>
        </pc:picChg>
      </pc:sldChg>
      <pc:sldMasterChg chg="setBg modSldLayout">
        <pc:chgData name="Rachel Griffard-Smith" userId="c36e1055-fdee-46b2-8870-af01b62a6eb2" providerId="ADAL" clId="{E4E0E1B9-53F3-4339-9CC5-E88BE3E55082}" dt="2026-05-01T13:45:04.586" v="4882" actId="1076"/>
        <pc:sldMasterMkLst>
          <pc:docMk/>
          <pc:sldMasterMk cId="3595683696" sldId="2147483660"/>
        </pc:sldMasterMkLst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3693812485" sldId="2147483661"/>
          </pc:sldLayoutMkLst>
        </pc:sldLayoutChg>
        <pc:sldLayoutChg chg="modSp mod setBg">
          <pc:chgData name="Rachel Griffard-Smith" userId="c36e1055-fdee-46b2-8870-af01b62a6eb2" providerId="ADAL" clId="{E4E0E1B9-53F3-4339-9CC5-E88BE3E55082}" dt="2026-05-01T13:45:04.586" v="4882" actId="1076"/>
          <pc:sldLayoutMkLst>
            <pc:docMk/>
            <pc:sldMasterMk cId="3595683696" sldId="2147483660"/>
            <pc:sldLayoutMk cId="521301034" sldId="2147483662"/>
          </pc:sldLayoutMkLst>
          <pc:spChg chg="mod">
            <ac:chgData name="Rachel Griffard-Smith" userId="c36e1055-fdee-46b2-8870-af01b62a6eb2" providerId="ADAL" clId="{E4E0E1B9-53F3-4339-9CC5-E88BE3E55082}" dt="2026-05-01T13:44:55.078" v="4880" actId="1076"/>
            <ac:spMkLst>
              <pc:docMk/>
              <pc:sldMasterMk cId="3595683696" sldId="2147483660"/>
              <pc:sldLayoutMk cId="521301034" sldId="2147483662"/>
              <ac:spMk id="5" creationId="{00000000-0000-0000-0000-000000000000}"/>
            </ac:spMkLst>
          </pc:spChg>
          <pc:spChg chg="mod">
            <ac:chgData name="Rachel Griffard-Smith" userId="c36e1055-fdee-46b2-8870-af01b62a6eb2" providerId="ADAL" clId="{E4E0E1B9-53F3-4339-9CC5-E88BE3E55082}" dt="2026-05-01T13:45:04.586" v="4882" actId="1076"/>
            <ac:spMkLst>
              <pc:docMk/>
              <pc:sldMasterMk cId="3595683696" sldId="2147483660"/>
              <pc:sldLayoutMk cId="521301034" sldId="2147483662"/>
              <ac:spMk id="6" creationId="{00000000-0000-0000-0000-000000000000}"/>
            </ac:spMkLst>
          </pc:spChg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1289858852" sldId="2147483663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3006089035" sldId="2147483664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3495946129" sldId="2147483665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2995114782" sldId="2147483666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596250454" sldId="2147483667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2485352550" sldId="2147483668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234291750" sldId="2147483669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954279237" sldId="2147483670"/>
          </pc:sldLayoutMkLst>
        </pc:sldLayoutChg>
        <pc:sldLayoutChg chg="setBg">
          <pc:chgData name="Rachel Griffard-Smith" userId="c36e1055-fdee-46b2-8870-af01b62a6eb2" providerId="ADAL" clId="{E4E0E1B9-53F3-4339-9CC5-E88BE3E55082}" dt="2026-05-01T13:33:08.902" v="4760"/>
          <pc:sldLayoutMkLst>
            <pc:docMk/>
            <pc:sldMasterMk cId="3595683696" sldId="2147483660"/>
            <pc:sldLayoutMk cId="1551297410" sldId="2147483671"/>
          </pc:sldLayoutMkLst>
        </pc:sldLayoutChg>
      </pc:sldMasterChg>
      <pc:sldMasterChg chg="new del mod addSldLayout delSldLayout">
        <pc:chgData name="Rachel Griffard-Smith" userId="c36e1055-fdee-46b2-8870-af01b62a6eb2" providerId="ADAL" clId="{E4E0E1B9-53F3-4339-9CC5-E88BE3E55082}" dt="2026-05-01T13:45:13.243" v="4884" actId="6938"/>
        <pc:sldMasterMkLst>
          <pc:docMk/>
          <pc:sldMasterMk cId="2934853166" sldId="2147483672"/>
        </pc:sldMasterMkLst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756415840" sldId="2147483673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3327654019" sldId="2147483674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998190741" sldId="2147483675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3958159249" sldId="2147483676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813815991" sldId="2147483677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4271732005" sldId="2147483678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243282524" sldId="2147483679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093060947" sldId="2147483680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3263133463" sldId="2147483681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2910010687" sldId="2147483682"/>
          </pc:sldLayoutMkLst>
        </pc:sldLayoutChg>
        <pc:sldLayoutChg chg="new del replId">
          <pc:chgData name="Rachel Griffard-Smith" userId="c36e1055-fdee-46b2-8870-af01b62a6eb2" providerId="ADAL" clId="{E4E0E1B9-53F3-4339-9CC5-E88BE3E55082}" dt="2026-05-01T13:45:13.243" v="4884" actId="6938"/>
          <pc:sldLayoutMkLst>
            <pc:docMk/>
            <pc:sldMasterMk cId="2934853166" sldId="2147483672"/>
            <pc:sldLayoutMk cId="793773704" sldId="21474836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557190-F562-7758-A4CE-3170F8FC86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22E82-4655-D192-6046-9BC758C192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1510A-F593-4877-81C7-ACA252409CE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199EF-222C-3303-1174-560DADED94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7FC52-C52F-DF14-3B78-27CA76C6C6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E4A49-559E-4C11-AEED-19E30D70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038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BE8E9-7AE7-4268-A406-DFAD750BCD1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79267-B5EA-4E9F-8B1B-001BA829D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7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quick summary – what would a researcher pick based on specific research questions</a:t>
            </a:r>
          </a:p>
          <a:p>
            <a:endParaRPr lang="en-US" dirty="0"/>
          </a:p>
          <a:p>
            <a:r>
              <a:rPr lang="en-US" dirty="0"/>
              <a:t>Maybe split this into four slides? Have this in a notes handout?</a:t>
            </a:r>
          </a:p>
          <a:p>
            <a:endParaRPr lang="en-US" dirty="0"/>
          </a:p>
          <a:p>
            <a:r>
              <a:rPr lang="en-US" dirty="0"/>
              <a:t>City metaphor: 16S is a census to tell us roughly who is living in this city; metagenomics tells you everyone in the city and their job title and skill set; </a:t>
            </a:r>
            <a:r>
              <a:rPr lang="en-US" dirty="0" err="1"/>
              <a:t>metatranscriptomics</a:t>
            </a:r>
            <a:r>
              <a:rPr lang="en-US" dirty="0"/>
              <a:t> shows us what is being done at work for those who showed up to work today; and metabolomics shows us everything the city has manufactured and sent out into the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9267-B5EA-4E9F-8B1B-001BA829D1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15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69AE-7087-4CC3-128F-D62F18C7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22F34-555D-5888-F4DB-34B366534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8570E-0A66-F181-C55B-6FE5BA929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quick summary – what would a researcher pick based on specific 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82EDD-98CA-E631-F19E-3AC67AE3E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9267-B5EA-4E9F-8B1B-001BA829D1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4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FFCF-43A6-C1E3-3AE5-7C2419F0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21A4-5B5E-565F-A796-1DB67E51F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7335A-645E-5D3A-195F-EE4F60FBF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quick summary – what would a researcher pick based on specific 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BDBBE-E01D-6914-A57B-776EFE717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9267-B5EA-4E9F-8B1B-001BA829D1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94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C0D1-7E24-CCEE-4C96-CACE536A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26723-2FAF-733E-C4B4-362BB9A6E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93605-F3E6-0365-CDDD-8978658DD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quick summary – what would a researcher pick based on specific 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0B6B-F717-0F3D-A92A-68C822BFE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9267-B5EA-4E9F-8B1B-001BA829D1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53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374F-251A-930C-C7A8-4F56763A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EF817-3FB7-7B7E-B155-70B570BB2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3BC09-ECA3-C90C-39DB-99DBF2C62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quick summary – what would a researcher pick based on specific research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532F7-F357-9E6D-81F7-ADC88FFFF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79267-B5EA-4E9F-8B1B-001BA829D1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095A4-61FE-436A-8485-8C7DBB814B72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3215-0DDB-4AF7-BCAA-E32E7F77C30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34300" y="635634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</p:spPr>
        <p:txBody>
          <a:bodyPr/>
          <a:lstStyle>
            <a:lvl1pPr algn="ctr">
              <a:defRPr sz="1600" b="1"/>
            </a:lvl1pPr>
          </a:lstStyle>
          <a:p>
            <a:fld id="{ACECA569-2AE0-4730-B982-87716B31F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0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E4A1-530A-4B70-8FC5-49C38193B666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5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8490-4F67-4418-BAB5-AFF3C1EDAAB5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8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1D76D-4D8B-4F50-9EE1-FF643343179E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4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945BC-05C7-41A7-B585-D0C2A8B4C4FB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1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D4CC-7BBA-4797-8A7F-F1918D00FA8B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4AB30-AFC1-4460-B56B-2F6A61DD3EBA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5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1B48-5EC4-4C09-85D5-CC8D64457C8E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6A527-3046-4DB9-8869-3D79AEC3CB2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7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FC0EF-3A53-422C-910B-C84F7949F5B0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9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5B4F0D1-0F66-482C-A4F6-01FBA9F0F914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CECA569-2AE0-4730-B982-87716B31F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3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13180E4C-67F4-5FF5-0B74-CC16553E05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193DD2-4E60-BB28-6D11-9383F03D7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6939" y="142292"/>
            <a:ext cx="9144000" cy="2591577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2800" i="1" dirty="0"/>
              <a:t>KUMC Microbiome Symposium</a:t>
            </a:r>
            <a:br>
              <a:rPr lang="en-US" dirty="0"/>
            </a:br>
            <a:r>
              <a:rPr lang="en-US" b="1" dirty="0"/>
              <a:t>Analysis</a:t>
            </a:r>
            <a:br>
              <a:rPr lang="en-US" b="1" dirty="0"/>
            </a:br>
            <a:r>
              <a:rPr lang="en-US" b="1" dirty="0"/>
              <a:t>Workshop</a:t>
            </a:r>
            <a:br>
              <a:rPr lang="en-US" b="1" dirty="0"/>
            </a:br>
            <a:r>
              <a:rPr lang="en-US" sz="2400" dirty="0"/>
              <a:t>June 25, 2026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34AC2-43E9-B4F4-24D3-14F7278AD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939" y="5309118"/>
            <a:ext cx="9144000" cy="1406590"/>
          </a:xfrm>
        </p:spPr>
        <p:txBody>
          <a:bodyPr>
            <a:normAutofit lnSpcReduction="10000"/>
          </a:bodyPr>
          <a:lstStyle/>
          <a:p>
            <a:pPr algn="r"/>
            <a:r>
              <a:rPr lang="en-US" b="1" dirty="0"/>
              <a:t>Rachel Griffard-Smith</a:t>
            </a:r>
          </a:p>
          <a:p>
            <a:pPr algn="r"/>
            <a:r>
              <a:rPr lang="en-US" sz="1700" dirty="0"/>
              <a:t>Bioinformatician</a:t>
            </a:r>
          </a:p>
          <a:p>
            <a:pPr algn="r"/>
            <a:r>
              <a:rPr lang="en-US" sz="1700" dirty="0"/>
              <a:t>Department of Biostatistics &amp; Data Science</a:t>
            </a:r>
          </a:p>
          <a:p>
            <a:pPr algn="r"/>
            <a:r>
              <a:rPr lang="en-US" sz="1700" dirty="0"/>
              <a:t>University of Kansas Medical Center</a:t>
            </a:r>
          </a:p>
        </p:txBody>
      </p:sp>
    </p:spTree>
    <p:extLst>
      <p:ext uri="{BB962C8B-B14F-4D97-AF65-F5344CB8AC3E}">
        <p14:creationId xmlns:p14="http://schemas.microsoft.com/office/powerpoint/2010/main" val="99710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C6F4B28F-E70C-BA6A-E322-52AA41D1B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81074DD6-F1B8-F18A-59C2-EC45CD633D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39574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D9B674-13A4-A33A-452B-3ED700EA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CEBDA3-E3CA-A17D-0426-FD5F174F818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16S rRNA-sequencing</a:t>
            </a:r>
          </a:p>
          <a:p>
            <a:r>
              <a:rPr lang="en-US" dirty="0"/>
              <a:t>Quality control</a:t>
            </a:r>
          </a:p>
          <a:p>
            <a:r>
              <a:rPr lang="en-US" dirty="0"/>
              <a:t>Diversity metrics &amp; results</a:t>
            </a:r>
          </a:p>
          <a:p>
            <a:r>
              <a:rPr lang="en-US" dirty="0"/>
              <a:t>Case study</a:t>
            </a:r>
          </a:p>
          <a:p>
            <a:r>
              <a:rPr lang="en-US" dirty="0"/>
              <a:t>Resources at KUMC</a:t>
            </a:r>
          </a:p>
          <a:p>
            <a:r>
              <a:rPr lang="en-US" dirty="0"/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1A8FB7-95D3-330D-7E47-3B99BFA7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C0E9-A407-22A5-2433-25ADFD25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51D60BC1-2003-3508-4711-B210BD7B3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157863" y="365125"/>
            <a:ext cx="12192000" cy="68580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8C8E54B0-9100-32A1-E494-A67F394C9E1A}"/>
              </a:ext>
            </a:extLst>
          </p:cNvPr>
          <p:cNvSpPr/>
          <p:nvPr/>
        </p:nvSpPr>
        <p:spPr>
          <a:xfrm>
            <a:off x="428048" y="5154762"/>
            <a:ext cx="8746431" cy="12085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B9602-D249-38D1-7863-696DF1C3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16S rRNA sequencing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AD504C3-7663-2563-D8B5-E867FFCD980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0D5D4-DCC6-78C2-119A-61EF53586901}"/>
              </a:ext>
            </a:extLst>
          </p:cNvPr>
          <p:cNvSpPr txBox="1">
            <a:spLocks/>
          </p:cNvSpPr>
          <p:nvPr/>
        </p:nvSpPr>
        <p:spPr>
          <a:xfrm>
            <a:off x="990600" y="1447800"/>
            <a:ext cx="10515600" cy="48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One of most widely used methods for profiling bacterial communities</a:t>
            </a:r>
          </a:p>
          <a:p>
            <a:r>
              <a:rPr lang="en-US" dirty="0"/>
              <a:t>16S rRNA gene found in all bacteria and archaea</a:t>
            </a:r>
          </a:p>
          <a:p>
            <a:r>
              <a:rPr lang="en-US" dirty="0"/>
              <a:t>Cost-effective, high throughput characterization at varying levels of taxonomic resolution</a:t>
            </a:r>
          </a:p>
          <a:p>
            <a:r>
              <a:rPr lang="en-US" dirty="0"/>
              <a:t>Robust ecological insights for large cohorts of samples</a:t>
            </a:r>
          </a:p>
          <a:p>
            <a:r>
              <a:rPr lang="en-US" dirty="0"/>
              <a:t>Paired or single end</a:t>
            </a:r>
          </a:p>
        </p:txBody>
      </p:sp>
      <p:pic>
        <p:nvPicPr>
          <p:cNvPr id="28" name="Picture 2" descr="molecular biology - What causes the variable/conserved structure in the 16S  rRNA gene? - Biology Stack Exchange">
            <a:extLst>
              <a:ext uri="{FF2B5EF4-FFF2-40B4-BE49-F238E27FC236}">
                <a16:creationId xmlns:a16="http://schemas.microsoft.com/office/drawing/2014/main" id="{2DB0CB48-B77C-E6EE-3B14-B2E55FF44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593" b="50594"/>
          <a:stretch/>
        </p:blipFill>
        <p:spPr bwMode="auto">
          <a:xfrm>
            <a:off x="580449" y="5248428"/>
            <a:ext cx="8410575" cy="95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34ED034-30CB-5565-4932-FB38CF863CEF}"/>
              </a:ext>
            </a:extLst>
          </p:cNvPr>
          <p:cNvSpPr txBox="1"/>
          <p:nvPr/>
        </p:nvSpPr>
        <p:spPr>
          <a:xfrm>
            <a:off x="7378666" y="6040156"/>
            <a:ext cx="16123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solidFill>
                  <a:schemeClr val="bg1"/>
                </a:solidFill>
              </a:rPr>
              <a:t>https://biology.stackexchange.com/questions/54823/what-causes-the-variable-conserved-structure-in-the-16s-rrna-gene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88B7CB-AF54-B508-D37B-0C452A5B0DFB}"/>
              </a:ext>
            </a:extLst>
          </p:cNvPr>
          <p:cNvCxnSpPr>
            <a:cxnSpLocks/>
          </p:cNvCxnSpPr>
          <p:nvPr/>
        </p:nvCxnSpPr>
        <p:spPr>
          <a:xfrm>
            <a:off x="653094" y="6192010"/>
            <a:ext cx="23346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93103B-E42D-0E9D-00F3-FBED0BE11EDE}"/>
              </a:ext>
            </a:extLst>
          </p:cNvPr>
          <p:cNvCxnSpPr>
            <a:cxnSpLocks/>
          </p:cNvCxnSpPr>
          <p:nvPr/>
        </p:nvCxnSpPr>
        <p:spPr>
          <a:xfrm>
            <a:off x="1184873" y="6201738"/>
            <a:ext cx="23346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022951-69D0-9103-B474-C7A5B67642BC}"/>
              </a:ext>
            </a:extLst>
          </p:cNvPr>
          <p:cNvCxnSpPr>
            <a:cxnSpLocks/>
          </p:cNvCxnSpPr>
          <p:nvPr/>
        </p:nvCxnSpPr>
        <p:spPr>
          <a:xfrm>
            <a:off x="2238703" y="6201738"/>
            <a:ext cx="29272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43AD262-AA42-7C98-B6B7-93307ACAAAA0}"/>
              </a:ext>
            </a:extLst>
          </p:cNvPr>
          <p:cNvCxnSpPr>
            <a:cxnSpLocks/>
          </p:cNvCxnSpPr>
          <p:nvPr/>
        </p:nvCxnSpPr>
        <p:spPr>
          <a:xfrm>
            <a:off x="3509783" y="6217950"/>
            <a:ext cx="23346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2AE42A-F497-3366-F6CF-7D877495249F}"/>
              </a:ext>
            </a:extLst>
          </p:cNvPr>
          <p:cNvCxnSpPr>
            <a:cxnSpLocks/>
          </p:cNvCxnSpPr>
          <p:nvPr/>
        </p:nvCxnSpPr>
        <p:spPr>
          <a:xfrm>
            <a:off x="4675489" y="6224434"/>
            <a:ext cx="23346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F210B4-C2FA-9471-1C25-8DCA85966E73}"/>
              </a:ext>
            </a:extLst>
          </p:cNvPr>
          <p:cNvCxnSpPr>
            <a:cxnSpLocks/>
          </p:cNvCxnSpPr>
          <p:nvPr/>
        </p:nvCxnSpPr>
        <p:spPr>
          <a:xfrm>
            <a:off x="5241307" y="6224434"/>
            <a:ext cx="45071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D3BD5A-3BA2-91F0-4EA2-0AEE4870DAEC}"/>
              </a:ext>
            </a:extLst>
          </p:cNvPr>
          <p:cNvCxnSpPr>
            <a:cxnSpLocks/>
          </p:cNvCxnSpPr>
          <p:nvPr/>
        </p:nvCxnSpPr>
        <p:spPr>
          <a:xfrm>
            <a:off x="6119336" y="6224434"/>
            <a:ext cx="38980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6E117B-68B9-3831-7449-B79AF0999193}"/>
              </a:ext>
            </a:extLst>
          </p:cNvPr>
          <p:cNvCxnSpPr>
            <a:cxnSpLocks/>
          </p:cNvCxnSpPr>
          <p:nvPr/>
        </p:nvCxnSpPr>
        <p:spPr>
          <a:xfrm>
            <a:off x="6865177" y="6224434"/>
            <a:ext cx="44228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641774-5C51-3C86-1D60-F4B43A4548D1}"/>
              </a:ext>
            </a:extLst>
          </p:cNvPr>
          <p:cNvCxnSpPr>
            <a:cxnSpLocks/>
          </p:cNvCxnSpPr>
          <p:nvPr/>
        </p:nvCxnSpPr>
        <p:spPr>
          <a:xfrm>
            <a:off x="7812652" y="6230918"/>
            <a:ext cx="37219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2734DC-3DA8-DA17-CB66-3352C05C0D96}"/>
              </a:ext>
            </a:extLst>
          </p:cNvPr>
          <p:cNvCxnSpPr>
            <a:cxnSpLocks/>
          </p:cNvCxnSpPr>
          <p:nvPr/>
        </p:nvCxnSpPr>
        <p:spPr>
          <a:xfrm>
            <a:off x="8500851" y="6224434"/>
            <a:ext cx="37219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6131B5D-FD2A-1076-DF48-018AC68F3CDA}"/>
              </a:ext>
            </a:extLst>
          </p:cNvPr>
          <p:cNvCxnSpPr>
            <a:cxnSpLocks/>
          </p:cNvCxnSpPr>
          <p:nvPr/>
        </p:nvCxnSpPr>
        <p:spPr>
          <a:xfrm>
            <a:off x="912497" y="6114186"/>
            <a:ext cx="2334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DC905D-F6EE-7F5B-CEA2-A078996D3B45}"/>
              </a:ext>
            </a:extLst>
          </p:cNvPr>
          <p:cNvCxnSpPr>
            <a:cxnSpLocks/>
          </p:cNvCxnSpPr>
          <p:nvPr/>
        </p:nvCxnSpPr>
        <p:spPr>
          <a:xfrm>
            <a:off x="1418337" y="6114186"/>
            <a:ext cx="8203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2474E-B71B-30E7-CFAC-F555B54C0A52}"/>
              </a:ext>
            </a:extLst>
          </p:cNvPr>
          <p:cNvCxnSpPr>
            <a:cxnSpLocks/>
          </p:cNvCxnSpPr>
          <p:nvPr/>
        </p:nvCxnSpPr>
        <p:spPr>
          <a:xfrm>
            <a:off x="2531432" y="6114186"/>
            <a:ext cx="9783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AC3FF7-A853-5F4A-C16D-30AB9D54087D}"/>
              </a:ext>
            </a:extLst>
          </p:cNvPr>
          <p:cNvCxnSpPr>
            <a:cxnSpLocks/>
          </p:cNvCxnSpPr>
          <p:nvPr/>
        </p:nvCxnSpPr>
        <p:spPr>
          <a:xfrm>
            <a:off x="3743247" y="6110940"/>
            <a:ext cx="932242" cy="3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E70A3B-A3EE-667B-D449-2690261A9714}"/>
              </a:ext>
            </a:extLst>
          </p:cNvPr>
          <p:cNvCxnSpPr>
            <a:cxnSpLocks/>
          </p:cNvCxnSpPr>
          <p:nvPr/>
        </p:nvCxnSpPr>
        <p:spPr>
          <a:xfrm>
            <a:off x="4908953" y="6110940"/>
            <a:ext cx="3323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F838A4E-F19D-C6E9-CC70-6FD0A63E3F03}"/>
              </a:ext>
            </a:extLst>
          </p:cNvPr>
          <p:cNvCxnSpPr>
            <a:cxnSpLocks/>
          </p:cNvCxnSpPr>
          <p:nvPr/>
        </p:nvCxnSpPr>
        <p:spPr>
          <a:xfrm>
            <a:off x="5692022" y="6107694"/>
            <a:ext cx="427314" cy="3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87DDC3-AF25-515F-4F84-995D59FA39BE}"/>
              </a:ext>
            </a:extLst>
          </p:cNvPr>
          <p:cNvCxnSpPr>
            <a:cxnSpLocks/>
          </p:cNvCxnSpPr>
          <p:nvPr/>
        </p:nvCxnSpPr>
        <p:spPr>
          <a:xfrm>
            <a:off x="6509145" y="6114186"/>
            <a:ext cx="356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4AF8C97-EEED-4D0E-5BB2-5440C31A776E}"/>
              </a:ext>
            </a:extLst>
          </p:cNvPr>
          <p:cNvCxnSpPr>
            <a:cxnSpLocks/>
          </p:cNvCxnSpPr>
          <p:nvPr/>
        </p:nvCxnSpPr>
        <p:spPr>
          <a:xfrm>
            <a:off x="7307462" y="6114186"/>
            <a:ext cx="4273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DBD1D0-C24D-CFB3-9B0A-8FEBA521CB7C}"/>
              </a:ext>
            </a:extLst>
          </p:cNvPr>
          <p:cNvCxnSpPr>
            <a:cxnSpLocks/>
          </p:cNvCxnSpPr>
          <p:nvPr/>
        </p:nvCxnSpPr>
        <p:spPr>
          <a:xfrm>
            <a:off x="8184845" y="6107694"/>
            <a:ext cx="3323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11A316E-E158-C1D8-560E-38357DCBD6BC}"/>
              </a:ext>
            </a:extLst>
          </p:cNvPr>
          <p:cNvSpPr/>
          <p:nvPr/>
        </p:nvSpPr>
        <p:spPr>
          <a:xfrm>
            <a:off x="598186" y="5287817"/>
            <a:ext cx="8336264" cy="3726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84F35F-3566-4215-EA7C-AF273F8D666C}"/>
              </a:ext>
            </a:extLst>
          </p:cNvPr>
          <p:cNvSpPr/>
          <p:nvPr/>
        </p:nvSpPr>
        <p:spPr>
          <a:xfrm>
            <a:off x="633638" y="5337894"/>
            <a:ext cx="7377040" cy="3291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16614C-3C6C-6863-9865-335EE50C4E69}"/>
              </a:ext>
            </a:extLst>
          </p:cNvPr>
          <p:cNvSpPr/>
          <p:nvPr/>
        </p:nvSpPr>
        <p:spPr>
          <a:xfrm>
            <a:off x="152400" y="5386529"/>
            <a:ext cx="18703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16S gene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2B0971-A1AC-6E41-4A8F-60BAA9AB8695}"/>
              </a:ext>
            </a:extLst>
          </p:cNvPr>
          <p:cNvSpPr txBox="1"/>
          <p:nvPr/>
        </p:nvSpPr>
        <p:spPr>
          <a:xfrm>
            <a:off x="2741832" y="5699477"/>
            <a:ext cx="55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8F3789-0037-93BD-93EF-05DC499987B1}"/>
              </a:ext>
            </a:extLst>
          </p:cNvPr>
          <p:cNvSpPr txBox="1"/>
          <p:nvPr/>
        </p:nvSpPr>
        <p:spPr>
          <a:xfrm>
            <a:off x="3932689" y="5698585"/>
            <a:ext cx="55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8A9DF-3E67-FE5F-8592-78EFD1C1E07A}"/>
              </a:ext>
            </a:extLst>
          </p:cNvPr>
          <p:cNvSpPr txBox="1"/>
          <p:nvPr/>
        </p:nvSpPr>
        <p:spPr>
          <a:xfrm>
            <a:off x="4798436" y="5699540"/>
            <a:ext cx="55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V5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33961E28-C7A5-BC96-7D3E-DE5C1F57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6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3" grpId="0" uiExpand="1" build="p"/>
      <p:bldP spid="29" grpId="0"/>
      <p:bldP spid="29" grpId="1"/>
      <p:bldP spid="49" grpId="0" animBg="1"/>
      <p:bldP spid="50" grpId="0" animBg="1"/>
      <p:bldP spid="51" grpId="0"/>
      <p:bldP spid="53" grpId="0"/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8B72B081-F522-D133-CBD7-B1232C841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04" t="17991"/>
          <a:stretch>
            <a:fillRect/>
          </a:stretch>
        </p:blipFill>
        <p:spPr>
          <a:xfrm rot="16200000">
            <a:off x="-381000" y="381000"/>
            <a:ext cx="6858000" cy="6096000"/>
          </a:xfrm>
          <a:prstGeom prst="rect">
            <a:avLst/>
          </a:prstGeom>
        </p:spPr>
      </p:pic>
      <p:pic>
        <p:nvPicPr>
          <p:cNvPr id="5" name="Picture 4" descr="A black screen with purple lines&#10;&#10;AI-generated content may be incorrect.">
            <a:extLst>
              <a:ext uri="{FF2B5EF4-FFF2-40B4-BE49-F238E27FC236}">
                <a16:creationId xmlns:a16="http://schemas.microsoft.com/office/drawing/2014/main" id="{C1058D0E-6DDB-BB1E-8497-CCFBE5C0CD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5B0B2-ECE7-7BFF-36CB-5184A510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 descr="PROGENE® Thin-Wall PCR Plates">
            <a:extLst>
              <a:ext uri="{FF2B5EF4-FFF2-40B4-BE49-F238E27FC236}">
                <a16:creationId xmlns:a16="http://schemas.microsoft.com/office/drawing/2014/main" id="{22F5BF27-49EC-62B7-4F7D-29359101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-93980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26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47D2-1AA9-6AD4-7BEA-46CAAC3A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C01E4ACE-A904-7B4E-411D-77EE4E22A8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6" name="Picture 5" descr="A black screen with purple lines&#10;&#10;AI-generated content may be incorrect.">
            <a:extLst>
              <a:ext uri="{FF2B5EF4-FFF2-40B4-BE49-F238E27FC236}">
                <a16:creationId xmlns:a16="http://schemas.microsoft.com/office/drawing/2014/main" id="{F20B1D89-33DA-5C67-17CC-86E93154BC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63EE0-E1AF-F919-A30C-5E49338D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29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3CEF-668E-5DAB-2D5E-2110F0E2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E7A004E2-E13A-0EDA-7A02-F9CBED9622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2CA8B0-07BC-3F89-472A-AF80DCD5A6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80632-4527-DB22-553D-3BF1A0DC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A1DC689-9CBD-AC2A-5E20-A28A79DB98FE}"/>
              </a:ext>
            </a:extLst>
          </p:cNvPr>
          <p:cNvSpPr txBox="1">
            <a:spLocks/>
          </p:cNvSpPr>
          <p:nvPr/>
        </p:nvSpPr>
        <p:spPr>
          <a:xfrm>
            <a:off x="838200" y="15589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16S rRNA-sequencing</a:t>
            </a:r>
          </a:p>
          <a:p>
            <a:r>
              <a:rPr lang="en-US" dirty="0"/>
              <a:t>Quality control</a:t>
            </a:r>
          </a:p>
          <a:p>
            <a:r>
              <a:rPr lang="en-US" dirty="0"/>
              <a:t>Diversity metrics &amp; results</a:t>
            </a:r>
          </a:p>
          <a:p>
            <a:r>
              <a:rPr lang="en-US" dirty="0"/>
              <a:t>Case study</a:t>
            </a:r>
          </a:p>
          <a:p>
            <a:r>
              <a:rPr lang="en-US" dirty="0"/>
              <a:t>Resources at KUMC</a:t>
            </a:r>
          </a:p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25000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5971-B598-FD9A-5BCD-910BBD80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E447D86C-B899-7E22-BF58-31411405C3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 descr="A purple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49883906-7CE4-30D8-3832-24475C5401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4EA4A-082C-F5CC-88BB-A16B650D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65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DB82-48AD-5473-4F60-CCAD4BED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D48F35BC-E943-EDC0-CC73-95A9214972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3A3B8C-F125-C4DE-697D-12B6D48E95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0C42E-E008-B61D-9812-49C7D68E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0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041C-C004-E7CE-3F24-F37F3CB3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2BD2CCEE-9033-36B1-1E39-7B68315BCA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192C59-509E-89BD-6B53-F2C32CABD3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2AA60-0C15-A026-3CFF-41690318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8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5FCE-92BA-8922-EFF9-44A1B15B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C4C6445C-37DF-E7D6-EA37-B02F7BB106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D64A15-C7D8-3D07-24A8-FF4FDDAB0F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E1504-628E-145F-DDFE-032C2147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4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640F-0400-80E9-1DB8-F53F6369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E13FBA3A-72DE-12B3-3110-4779BF3BF8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516EF4-731C-166E-2686-8366D6C50B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307C8-81FE-7F3B-5441-9D8B990D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4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B5B71-5851-530E-0091-9F669A45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669DD477-E74A-5DCA-6E48-D86AB1B548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F96FCB-C3E8-F8EC-1D14-FE433325B2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05068-9D49-7911-92B4-3ED34DAB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BB7A-1942-DB91-52AD-D0C5D946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AE447047-D19D-D09D-C4FB-938111BB3B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DAF6AA-764F-A724-A163-457F6F40FC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C9AFC-6C12-D173-C7A5-8484357C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866A8-845D-A3C9-46B5-A1B3DBC0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056961E5-1A35-837E-606B-4343F337F7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CA310D-4A7E-54DB-787C-68C2ABB4B7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BA59-080C-3361-6188-E80FF68E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1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B5EB-F69D-757C-ECE3-61252CAC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182CAF2C-1C32-0E3E-5ED9-44DC014C3B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FD1FD9-604B-2994-2D4B-BDCC6BFE28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A8B91-A823-8B55-2367-080FE9F5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12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AF8F-B061-D916-6767-3E7ECB95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B6836689-ABCE-865F-3F6B-60CB621C21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C08EBE-2F6C-9A17-F16D-30C434DB3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DB712-D7E9-C88D-E551-E934E320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8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377D-1A06-CB97-9A6D-7A4B5F98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FEF0F3AB-EF6F-3EEF-A528-7F38A27B14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9899B3-8D11-0D5D-4309-EB264DF52A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628E1-0F8D-F47D-00A2-2AC0075C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08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DD43-59D6-A0B4-06B5-DCE4BCD48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AC9297CA-C677-497B-EB77-378996E658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EE476-FB8D-38D7-1F9D-FEDB2821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2D85B7-16FA-1B28-7FDE-DED7381346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F4A0-87CB-7590-38C5-0C4736BF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4452441D-636A-27D0-2E60-E153BAB3CD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E6FA8-BBDB-D134-28D3-CE6F7781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535D6-C998-A2A5-2EB2-FE00E83353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8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8ADD-553F-C867-0A21-EFC5D46F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771778C3-C3BF-01B3-3D2A-B6914D50AD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11750-9071-EFBA-BEC3-9B4EAD3B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85E8D9-B5B9-8B7E-DC6B-01AE4E35FB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E445B-1287-36B5-4297-4A1627A5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AD688D25-C479-64F4-4F9A-747FE6B70C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228143" y="2890760"/>
            <a:ext cx="13214903" cy="74333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4C426-9313-9D13-EFB0-BF358499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C9913B-1C46-D14D-C998-AC199E36D7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81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09A26E84-EFB0-228E-E512-5287EAB20B9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57275" y="0"/>
            <a:ext cx="12192000" cy="6858000"/>
          </a:xfrm>
          <a:prstGeom prst="rect">
            <a:avLst/>
          </a:prstGeom>
        </p:spPr>
      </p:pic>
      <p:pic>
        <p:nvPicPr>
          <p:cNvPr id="5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1355EB2F-54ED-4A58-BEC5-98BF2B88681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299" y="0"/>
            <a:ext cx="12192000" cy="68580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5344D3-B9FD-1B31-08EB-4C33F569E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09787"/>
              </p:ext>
            </p:extLst>
          </p:nvPr>
        </p:nvGraphicFramePr>
        <p:xfrm>
          <a:off x="0" y="0"/>
          <a:ext cx="9689662" cy="6797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03051">
                  <a:extLst>
                    <a:ext uri="{9D8B030D-6E8A-4147-A177-3AD203B41FA5}">
                      <a16:colId xmlns:a16="http://schemas.microsoft.com/office/drawing/2014/main" val="4006356969"/>
                    </a:ext>
                  </a:extLst>
                </a:gridCol>
                <a:gridCol w="2139885">
                  <a:extLst>
                    <a:ext uri="{9D8B030D-6E8A-4147-A177-3AD203B41FA5}">
                      <a16:colId xmlns:a16="http://schemas.microsoft.com/office/drawing/2014/main" val="2908530767"/>
                    </a:ext>
                  </a:extLst>
                </a:gridCol>
                <a:gridCol w="1985139">
                  <a:extLst>
                    <a:ext uri="{9D8B030D-6E8A-4147-A177-3AD203B41FA5}">
                      <a16:colId xmlns:a16="http://schemas.microsoft.com/office/drawing/2014/main" val="1390380357"/>
                    </a:ext>
                  </a:extLst>
                </a:gridCol>
                <a:gridCol w="2273427">
                  <a:extLst>
                    <a:ext uri="{9D8B030D-6E8A-4147-A177-3AD203B41FA5}">
                      <a16:colId xmlns:a16="http://schemas.microsoft.com/office/drawing/2014/main" val="1179763513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780395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Amplicon 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Metagenomics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Metatrascriptomics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Metabolomics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21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Extracted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molecules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03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Targeted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Marker gene (16S; 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mRNA transcripts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metabolites or targeted specific compounds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91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Core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is there?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is there?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are they actively doing?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has been produced?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2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Output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 table with assigned taxonomy to genus or family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 table with species level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 table of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 table to metabolite profiles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23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Limited taxonomic resolution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No functional information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Primer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Computationally intensive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Host DNA contamination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Deep 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Captures snapshot in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Can be difficult to link metabolites back to specific organisms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2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Large cohort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Strain-level research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Novel organisms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Host-microbiome interaction studies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Disease state 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Functional outcomes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Multi-omics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04464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E4D83-7BAA-E597-2C48-B17E577D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66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9CB46B-52FD-3EAE-F91D-3EAC067E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09BE04B8-D26D-30C5-F060-96CC7EABF7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57275" y="0"/>
            <a:ext cx="12192000" cy="6858000"/>
          </a:xfrm>
          <a:prstGeom prst="rect">
            <a:avLst/>
          </a:prstGeom>
        </p:spPr>
      </p:pic>
      <p:pic>
        <p:nvPicPr>
          <p:cNvPr id="5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002C435A-3A40-881F-4989-DA91950E73E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299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6E13EF2-15BD-6290-8B05-A105094A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Amplicon sequencing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AF413-A445-4928-224E-DA491D77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0829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Who is there?</a:t>
            </a:r>
            <a:endParaRPr lang="en-US" dirty="0"/>
          </a:p>
          <a:p>
            <a:r>
              <a:rPr lang="en-US" dirty="0"/>
              <a:t>Does the gut microbiome composition differ between patients with IBD and healthy controls?</a:t>
            </a:r>
          </a:p>
          <a:p>
            <a:r>
              <a:rPr lang="en-US" dirty="0"/>
              <a:t>Are there differences in soil bacterial communities across agricultural land use types?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45C6AB-3210-3008-05C9-78E9C082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08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684084-E5BC-DD0A-E37F-1F638828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4EB46004-1784-79D7-9A08-AD111BEBD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57275" y="0"/>
            <a:ext cx="12192000" cy="6858000"/>
          </a:xfrm>
          <a:prstGeom prst="rect">
            <a:avLst/>
          </a:prstGeom>
        </p:spPr>
      </p:pic>
      <p:pic>
        <p:nvPicPr>
          <p:cNvPr id="5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7F8BE447-2899-6325-30AF-5C53ACEA719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299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985B457-AA11-EA7B-8486-9B5D2841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Metagenomics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A71C3-3C90-C72F-91E4-E9FFC89B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0829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Who is there? What can they do?</a:t>
            </a:r>
            <a:endParaRPr lang="en-US" dirty="0"/>
          </a:p>
          <a:p>
            <a:r>
              <a:rPr lang="en-US" dirty="0"/>
              <a:t>Are there novel or uncultured organisms in a deep-sea hydrothermal vent community?</a:t>
            </a:r>
          </a:p>
          <a:p>
            <a:r>
              <a:rPr lang="en-US" dirty="0"/>
              <a:t>What metabolic pathways are encoded in the oral microbiome of people with periodontitis?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D93969-0F76-F1A3-4658-6B4F1047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54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A5D11C-FB07-6B11-C20D-A5E9C689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64018F9D-353E-1D19-7151-D940CC02DCA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57275" y="0"/>
            <a:ext cx="12192000" cy="6858000"/>
          </a:xfrm>
          <a:prstGeom prst="rect">
            <a:avLst/>
          </a:prstGeom>
        </p:spPr>
      </p:pic>
      <p:pic>
        <p:nvPicPr>
          <p:cNvPr id="5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158B564C-E673-E49B-365F-7D9EDA1CDEC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299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C137B3-8DFB-49A5-7E5B-2D6201E7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Metatranscriptomics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F11B41-16C7-FDC5-A82F-0106681C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0829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What are they actively doing?</a:t>
            </a:r>
            <a:endParaRPr lang="en-US" dirty="0"/>
          </a:p>
          <a:p>
            <a:r>
              <a:rPr lang="en-US" dirty="0"/>
              <a:t>How does the gene expression of the microbiome change in response to a dietary intervention?</a:t>
            </a:r>
          </a:p>
          <a:p>
            <a:r>
              <a:rPr lang="en-US" dirty="0"/>
              <a:t>Which microbes are most metabolically active in the tumor microenvironment?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FAEC7-01A8-B9C5-2E8D-F5470517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4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5D3B4D-E240-5D0B-CE71-6A18C8B0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A8E81D22-5057-5B07-DAC1-01C3DBAE97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57275" y="0"/>
            <a:ext cx="12192000" cy="6858000"/>
          </a:xfrm>
          <a:prstGeom prst="rect">
            <a:avLst/>
          </a:prstGeom>
        </p:spPr>
      </p:pic>
      <p:pic>
        <p:nvPicPr>
          <p:cNvPr id="5" name="Content Placeholder 9" descr="A close up of purple bacteria&#10;&#10;AI-generated content may be incorrect.">
            <a:extLst>
              <a:ext uri="{FF2B5EF4-FFF2-40B4-BE49-F238E27FC236}">
                <a16:creationId xmlns:a16="http://schemas.microsoft.com/office/drawing/2014/main" id="{0A30C715-677D-A756-6829-3E6655E67D3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299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859D9C9-D4CC-CF02-9752-19A8D0F9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Metabolomics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E33FF-2F92-C331-5928-0865CC5E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082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/>
              <a:t>What have they produced?</a:t>
            </a:r>
            <a:endParaRPr lang="en-US" dirty="0"/>
          </a:p>
          <a:p>
            <a:r>
              <a:rPr lang="en-US" dirty="0"/>
              <a:t>Does a probiotic intervention change the metabolite profile of breast milk?</a:t>
            </a:r>
          </a:p>
          <a:p>
            <a:r>
              <a:rPr lang="en-US" dirty="0"/>
              <a:t>What serum metabolites distinguish patients who respond to immunotherapy from those who do not?</a:t>
            </a:r>
          </a:p>
          <a:p>
            <a:endParaRPr lang="en-US" dirty="0"/>
          </a:p>
          <a:p>
            <a:r>
              <a:rPr lang="en-US" dirty="0"/>
              <a:t>Multi-omics: Does the shift in gut microbiome composition (amplicon sequencing) correspond to measurable increases in metabolomic profiles (metabolomics) after a high-fiber diet intervention?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EDCDFF-69B5-1E70-C445-D335BE48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A569-2AE0-4730-B982-87716B31FAC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7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589</Words>
  <Application>Microsoft Office PowerPoint</Application>
  <PresentationFormat>Widescreen</PresentationFormat>
  <Paragraphs>127</Paragraphs>
  <Slides>26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KUMC Microbiome Symposium Analysis Workshop June 25, 2026</vt:lpstr>
      <vt:lpstr>Overview</vt:lpstr>
      <vt:lpstr>16S rRNA sequencing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Amplicon sequencing</vt:lpstr>
      <vt:lpstr>Metagenomics</vt:lpstr>
      <vt:lpstr>Metatranscriptomics</vt:lpstr>
      <vt:lpstr>Metabolomics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Griffard-Smith</dc:creator>
  <cp:lastModifiedBy>Rachel Griffard-Smith</cp:lastModifiedBy>
  <cp:revision>1</cp:revision>
  <dcterms:created xsi:type="dcterms:W3CDTF">2026-04-27T15:04:33Z</dcterms:created>
  <dcterms:modified xsi:type="dcterms:W3CDTF">2026-05-04T16:23:40Z</dcterms:modified>
</cp:coreProperties>
</file>